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453" r:id="rId6"/>
    <p:sldId id="449" r:id="rId7"/>
    <p:sldId id="478" r:id="rId8"/>
    <p:sldId id="479" r:id="rId9"/>
    <p:sldId id="480" r:id="rId10"/>
    <p:sldId id="481" r:id="rId11"/>
    <p:sldId id="477" r:id="rId12"/>
    <p:sldId id="482" r:id="rId13"/>
    <p:sldId id="483" r:id="rId14"/>
    <p:sldId id="484" r:id="rId15"/>
    <p:sldId id="485" r:id="rId16"/>
  </p:sldIdLst>
  <p:sldSz cx="16257588" cy="9144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5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C23EC5"/>
    <a:srgbClr val="FF85FF"/>
    <a:srgbClr val="E338E5"/>
    <a:srgbClr val="C1C1C1"/>
    <a:srgbClr val="005493"/>
    <a:srgbClr val="008F00"/>
    <a:srgbClr val="009051"/>
    <a:srgbClr val="267A5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93" autoAdjust="0"/>
    <p:restoredTop sz="96357" autoAdjust="0"/>
  </p:normalViewPr>
  <p:slideViewPr>
    <p:cSldViewPr snapToGrid="0" snapToObjects="1">
      <p:cViewPr varScale="1">
        <p:scale>
          <a:sx n="47" d="100"/>
          <a:sy n="47" d="100"/>
        </p:scale>
        <p:origin x="1144" y="64"/>
      </p:cViewPr>
      <p:guideLst>
        <p:guide orient="horz" pos="2880"/>
        <p:guide pos="5121"/>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678AF4-5E64-AC4C-BB17-179E924E563F}" type="datetimeFigureOut">
              <a:rPr lang="en-US" smtClean="0"/>
              <a:t>10/8/2025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BC6A53-3777-FA4B-999B-678D40C4B3AE}" type="slidenum">
              <a:rPr lang="en-US" smtClean="0"/>
              <a:t>‹#›</a:t>
            </a:fld>
            <a:endParaRPr lang="en-US"/>
          </a:p>
        </p:txBody>
      </p:sp>
    </p:spTree>
    <p:extLst>
      <p:ext uri="{BB962C8B-B14F-4D97-AF65-F5344CB8AC3E}">
        <p14:creationId xmlns:p14="http://schemas.microsoft.com/office/powerpoint/2010/main" val="3350413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A0A7F-40AB-B84E-BA8C-8861397EF456}" type="datetimeFigureOut">
              <a:rPr lang="en-US" smtClean="0"/>
              <a:t>10/8/2025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B51CE3-F1EC-6B4D-8B6D-86D363C89BAA}" type="slidenum">
              <a:rPr lang="en-US" smtClean="0"/>
              <a:t>‹#›</a:t>
            </a:fld>
            <a:endParaRPr lang="en-US"/>
          </a:p>
        </p:txBody>
      </p:sp>
    </p:spTree>
    <p:extLst>
      <p:ext uri="{BB962C8B-B14F-4D97-AF65-F5344CB8AC3E}">
        <p14:creationId xmlns:p14="http://schemas.microsoft.com/office/powerpoint/2010/main" val="3901875955"/>
      </p:ext>
    </p:extLst>
  </p:cSld>
  <p:clrMap bg1="lt1" tx1="dk1" bg2="lt2" tx2="dk2" accent1="accent1" accent2="accent2" accent3="accent3" accent4="accent4" accent5="accent5" accent6="accent6" hlink="hlink" folHlink="folHlink"/>
  <p:hf hdr="0" ftr="0" dt="0"/>
  <p:notesStyle>
    <a:lvl1pPr marL="0" algn="l" defTabSz="781583" rtl="0" eaLnBrk="1" latinLnBrk="0" hangingPunct="1">
      <a:defRPr sz="2100" kern="1200">
        <a:solidFill>
          <a:schemeClr val="tx1"/>
        </a:solidFill>
        <a:latin typeface="+mn-lt"/>
        <a:ea typeface="+mn-ea"/>
        <a:cs typeface="+mn-cs"/>
      </a:defRPr>
    </a:lvl1pPr>
    <a:lvl2pPr marL="781583" algn="l" defTabSz="781583" rtl="0" eaLnBrk="1" latinLnBrk="0" hangingPunct="1">
      <a:defRPr sz="2100" kern="1200">
        <a:solidFill>
          <a:schemeClr val="tx1"/>
        </a:solidFill>
        <a:latin typeface="+mn-lt"/>
        <a:ea typeface="+mn-ea"/>
        <a:cs typeface="+mn-cs"/>
      </a:defRPr>
    </a:lvl2pPr>
    <a:lvl3pPr marL="1563167" algn="l" defTabSz="781583" rtl="0" eaLnBrk="1" latinLnBrk="0" hangingPunct="1">
      <a:defRPr sz="2100" kern="1200">
        <a:solidFill>
          <a:schemeClr val="tx1"/>
        </a:solidFill>
        <a:latin typeface="+mn-lt"/>
        <a:ea typeface="+mn-ea"/>
        <a:cs typeface="+mn-cs"/>
      </a:defRPr>
    </a:lvl3pPr>
    <a:lvl4pPr marL="2344750" algn="l" defTabSz="781583" rtl="0" eaLnBrk="1" latinLnBrk="0" hangingPunct="1">
      <a:defRPr sz="2100" kern="1200">
        <a:solidFill>
          <a:schemeClr val="tx1"/>
        </a:solidFill>
        <a:latin typeface="+mn-lt"/>
        <a:ea typeface="+mn-ea"/>
        <a:cs typeface="+mn-cs"/>
      </a:defRPr>
    </a:lvl4pPr>
    <a:lvl5pPr marL="3126334" algn="l" defTabSz="781583" rtl="0" eaLnBrk="1" latinLnBrk="0" hangingPunct="1">
      <a:defRPr sz="2100" kern="1200">
        <a:solidFill>
          <a:schemeClr val="tx1"/>
        </a:solidFill>
        <a:latin typeface="+mn-lt"/>
        <a:ea typeface="+mn-ea"/>
        <a:cs typeface="+mn-cs"/>
      </a:defRPr>
    </a:lvl5pPr>
    <a:lvl6pPr marL="3907917" algn="l" defTabSz="781583" rtl="0" eaLnBrk="1" latinLnBrk="0" hangingPunct="1">
      <a:defRPr sz="2100" kern="1200">
        <a:solidFill>
          <a:schemeClr val="tx1"/>
        </a:solidFill>
        <a:latin typeface="+mn-lt"/>
        <a:ea typeface="+mn-ea"/>
        <a:cs typeface="+mn-cs"/>
      </a:defRPr>
    </a:lvl6pPr>
    <a:lvl7pPr marL="4689500" algn="l" defTabSz="781583" rtl="0" eaLnBrk="1" latinLnBrk="0" hangingPunct="1">
      <a:defRPr sz="2100" kern="1200">
        <a:solidFill>
          <a:schemeClr val="tx1"/>
        </a:solidFill>
        <a:latin typeface="+mn-lt"/>
        <a:ea typeface="+mn-ea"/>
        <a:cs typeface="+mn-cs"/>
      </a:defRPr>
    </a:lvl7pPr>
    <a:lvl8pPr marL="5471084" algn="l" defTabSz="781583" rtl="0" eaLnBrk="1" latinLnBrk="0" hangingPunct="1">
      <a:defRPr sz="2100" kern="1200">
        <a:solidFill>
          <a:schemeClr val="tx1"/>
        </a:solidFill>
        <a:latin typeface="+mn-lt"/>
        <a:ea typeface="+mn-ea"/>
        <a:cs typeface="+mn-cs"/>
      </a:defRPr>
    </a:lvl8pPr>
    <a:lvl9pPr marL="6252667" algn="l" defTabSz="781583" rtl="0" eaLnBrk="1" latinLnBrk="0" hangingPunct="1">
      <a:defRPr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B51CE3-F1EC-6B4D-8B6D-86D363C89BAA}" type="slidenum">
              <a:rPr lang="en-US" smtClean="0"/>
              <a:t>1</a:t>
            </a:fld>
            <a:endParaRPr lang="en-US"/>
          </a:p>
        </p:txBody>
      </p:sp>
    </p:spTree>
    <p:extLst>
      <p:ext uri="{BB962C8B-B14F-4D97-AF65-F5344CB8AC3E}">
        <p14:creationId xmlns:p14="http://schemas.microsoft.com/office/powerpoint/2010/main" val="3499247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4B51CE3-F1EC-6B4D-8B6D-86D363C89BAA}" type="slidenum">
              <a:rPr lang="en-US" smtClean="0"/>
              <a:t>2</a:t>
            </a:fld>
            <a:endParaRPr lang="en-US"/>
          </a:p>
        </p:txBody>
      </p:sp>
    </p:spTree>
    <p:extLst>
      <p:ext uri="{BB962C8B-B14F-4D97-AF65-F5344CB8AC3E}">
        <p14:creationId xmlns:p14="http://schemas.microsoft.com/office/powerpoint/2010/main" val="5865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i="0" dirty="0">
                <a:effectLst/>
                <a:latin typeface="Söhne"/>
              </a:rPr>
              <a:t>Contextual Clarity - </a:t>
            </a:r>
            <a:r>
              <a:rPr lang="en-CA" b="0" i="0" dirty="0">
                <a:solidFill>
                  <a:srgbClr val="374151"/>
                </a:solidFill>
                <a:effectLst/>
                <a:latin typeface="Söhne"/>
              </a:rPr>
              <a:t>target variable, attribute in database</a:t>
            </a:r>
            <a:r>
              <a:rPr lang="en-CA" b="1" i="0" dirty="0">
                <a:effectLst/>
                <a:latin typeface="Söhne"/>
              </a:rPr>
              <a:t>, Interdisciplinary Overlaps</a:t>
            </a:r>
            <a:endParaRPr lang="en-US" dirty="0"/>
          </a:p>
        </p:txBody>
      </p:sp>
      <p:sp>
        <p:nvSpPr>
          <p:cNvPr id="4" name="Slide Number Placeholder 3"/>
          <p:cNvSpPr>
            <a:spLocks noGrp="1"/>
          </p:cNvSpPr>
          <p:nvPr>
            <p:ph type="sldNum" sz="quarter" idx="5"/>
          </p:nvPr>
        </p:nvSpPr>
        <p:spPr/>
        <p:txBody>
          <a:bodyPr/>
          <a:lstStyle/>
          <a:p>
            <a:fld id="{D8441BEB-B14C-4678-9E1B-C49BBC5ADAFF}" type="slidenum">
              <a:rPr lang="en-CA" smtClean="0"/>
              <a:t>3</a:t>
            </a:fld>
            <a:endParaRPr lang="en-CA"/>
          </a:p>
        </p:txBody>
      </p:sp>
    </p:spTree>
    <p:extLst>
      <p:ext uri="{BB962C8B-B14F-4D97-AF65-F5344CB8AC3E}">
        <p14:creationId xmlns:p14="http://schemas.microsoft.com/office/powerpoint/2010/main" val="45194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8AA15-F434-2EE4-C89F-340EF270C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4DA07-68F8-EFBA-2184-D7A414A39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FD991-0C64-D725-A377-54F71ECFC085}"/>
              </a:ext>
            </a:extLst>
          </p:cNvPr>
          <p:cNvSpPr>
            <a:spLocks noGrp="1"/>
          </p:cNvSpPr>
          <p:nvPr>
            <p:ph type="body" idx="1"/>
          </p:nvPr>
        </p:nvSpPr>
        <p:spPr/>
        <p:txBody>
          <a:bodyPr/>
          <a:lstStyle/>
          <a:p>
            <a:r>
              <a:rPr lang="en-CA" b="1" i="0" dirty="0">
                <a:effectLst/>
                <a:latin typeface="Söhne"/>
              </a:rPr>
              <a:t>Contextual Clarity - </a:t>
            </a:r>
            <a:r>
              <a:rPr lang="en-CA" b="0" i="0" dirty="0">
                <a:solidFill>
                  <a:srgbClr val="374151"/>
                </a:solidFill>
                <a:effectLst/>
                <a:latin typeface="Söhne"/>
              </a:rPr>
              <a:t>target variable, attribute in database</a:t>
            </a:r>
            <a:r>
              <a:rPr lang="en-CA" b="1" i="0" dirty="0">
                <a:effectLst/>
                <a:latin typeface="Söhne"/>
              </a:rPr>
              <a:t>, Interdisciplinary Overlaps</a:t>
            </a:r>
            <a:endParaRPr lang="en-US" dirty="0"/>
          </a:p>
        </p:txBody>
      </p:sp>
      <p:sp>
        <p:nvSpPr>
          <p:cNvPr id="4" name="Slide Number Placeholder 3">
            <a:extLst>
              <a:ext uri="{FF2B5EF4-FFF2-40B4-BE49-F238E27FC236}">
                <a16:creationId xmlns:a16="http://schemas.microsoft.com/office/drawing/2014/main" id="{6C702D13-A059-A376-AD96-4CEB3266DC16}"/>
              </a:ext>
            </a:extLst>
          </p:cNvPr>
          <p:cNvSpPr>
            <a:spLocks noGrp="1"/>
          </p:cNvSpPr>
          <p:nvPr>
            <p:ph type="sldNum" sz="quarter" idx="5"/>
          </p:nvPr>
        </p:nvSpPr>
        <p:spPr/>
        <p:txBody>
          <a:bodyPr/>
          <a:lstStyle/>
          <a:p>
            <a:fld id="{D8441BEB-B14C-4678-9E1B-C49BBC5ADAFF}" type="slidenum">
              <a:rPr lang="en-CA" smtClean="0"/>
              <a:t>4</a:t>
            </a:fld>
            <a:endParaRPr lang="en-CA"/>
          </a:p>
        </p:txBody>
      </p:sp>
    </p:spTree>
    <p:extLst>
      <p:ext uri="{BB962C8B-B14F-4D97-AF65-F5344CB8AC3E}">
        <p14:creationId xmlns:p14="http://schemas.microsoft.com/office/powerpoint/2010/main" val="2843229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A625-E147-EC8A-0CEB-C1C8CE087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4C259-1C9F-DB82-6FFB-0AEAA388C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2D14F-F239-E805-0AF0-091CF543916C}"/>
              </a:ext>
            </a:extLst>
          </p:cNvPr>
          <p:cNvSpPr>
            <a:spLocks noGrp="1"/>
          </p:cNvSpPr>
          <p:nvPr>
            <p:ph type="body" idx="1"/>
          </p:nvPr>
        </p:nvSpPr>
        <p:spPr/>
        <p:txBody>
          <a:bodyPr/>
          <a:lstStyle/>
          <a:p>
            <a:r>
              <a:rPr lang="en-CA" b="1" i="0" dirty="0">
                <a:effectLst/>
                <a:latin typeface="Söhne"/>
              </a:rPr>
              <a:t>Contextual Clarity - </a:t>
            </a:r>
            <a:r>
              <a:rPr lang="en-CA" b="0" i="0" dirty="0">
                <a:solidFill>
                  <a:srgbClr val="374151"/>
                </a:solidFill>
                <a:effectLst/>
                <a:latin typeface="Söhne"/>
              </a:rPr>
              <a:t>target variable, attribute in database</a:t>
            </a:r>
            <a:r>
              <a:rPr lang="en-CA" b="1" i="0" dirty="0">
                <a:effectLst/>
                <a:latin typeface="Söhne"/>
              </a:rPr>
              <a:t>, Interdisciplinary Overlaps</a:t>
            </a:r>
            <a:endParaRPr lang="en-US" dirty="0"/>
          </a:p>
        </p:txBody>
      </p:sp>
      <p:sp>
        <p:nvSpPr>
          <p:cNvPr id="4" name="Slide Number Placeholder 3">
            <a:extLst>
              <a:ext uri="{FF2B5EF4-FFF2-40B4-BE49-F238E27FC236}">
                <a16:creationId xmlns:a16="http://schemas.microsoft.com/office/drawing/2014/main" id="{52ACF02A-869D-E307-0FFA-0C19CEBDB251}"/>
              </a:ext>
            </a:extLst>
          </p:cNvPr>
          <p:cNvSpPr>
            <a:spLocks noGrp="1"/>
          </p:cNvSpPr>
          <p:nvPr>
            <p:ph type="sldNum" sz="quarter" idx="5"/>
          </p:nvPr>
        </p:nvSpPr>
        <p:spPr/>
        <p:txBody>
          <a:bodyPr/>
          <a:lstStyle/>
          <a:p>
            <a:fld id="{D8441BEB-B14C-4678-9E1B-C49BBC5ADAFF}" type="slidenum">
              <a:rPr lang="en-CA" smtClean="0"/>
              <a:t>5</a:t>
            </a:fld>
            <a:endParaRPr lang="en-CA"/>
          </a:p>
        </p:txBody>
      </p:sp>
    </p:spTree>
    <p:extLst>
      <p:ext uri="{BB962C8B-B14F-4D97-AF65-F5344CB8AC3E}">
        <p14:creationId xmlns:p14="http://schemas.microsoft.com/office/powerpoint/2010/main" val="640820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6D798-327A-21A2-8675-987AFA125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CBFA9-8805-100D-5C70-0F1261DFD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61ADC-A11A-2662-A41D-45C52CAA0B8B}"/>
              </a:ext>
            </a:extLst>
          </p:cNvPr>
          <p:cNvSpPr>
            <a:spLocks noGrp="1"/>
          </p:cNvSpPr>
          <p:nvPr>
            <p:ph type="body" idx="1"/>
          </p:nvPr>
        </p:nvSpPr>
        <p:spPr/>
        <p:txBody>
          <a:bodyPr/>
          <a:lstStyle/>
          <a:p>
            <a:r>
              <a:rPr lang="en-CA" b="1" i="0" dirty="0">
                <a:effectLst/>
                <a:latin typeface="Söhne"/>
              </a:rPr>
              <a:t>Contextual Clarity - </a:t>
            </a:r>
            <a:r>
              <a:rPr lang="en-CA" b="0" i="0" dirty="0">
                <a:solidFill>
                  <a:srgbClr val="374151"/>
                </a:solidFill>
                <a:effectLst/>
                <a:latin typeface="Söhne"/>
              </a:rPr>
              <a:t>target variable, attribute in database</a:t>
            </a:r>
            <a:r>
              <a:rPr lang="en-CA" b="1" i="0" dirty="0">
                <a:effectLst/>
                <a:latin typeface="Söhne"/>
              </a:rPr>
              <a:t>, Interdisciplinary Overlaps</a:t>
            </a:r>
            <a:endParaRPr lang="en-US" dirty="0"/>
          </a:p>
        </p:txBody>
      </p:sp>
      <p:sp>
        <p:nvSpPr>
          <p:cNvPr id="4" name="Slide Number Placeholder 3">
            <a:extLst>
              <a:ext uri="{FF2B5EF4-FFF2-40B4-BE49-F238E27FC236}">
                <a16:creationId xmlns:a16="http://schemas.microsoft.com/office/drawing/2014/main" id="{3FFCA2FD-E0C2-945E-D048-B57E99071688}"/>
              </a:ext>
            </a:extLst>
          </p:cNvPr>
          <p:cNvSpPr>
            <a:spLocks noGrp="1"/>
          </p:cNvSpPr>
          <p:nvPr>
            <p:ph type="sldNum" sz="quarter" idx="5"/>
          </p:nvPr>
        </p:nvSpPr>
        <p:spPr/>
        <p:txBody>
          <a:bodyPr/>
          <a:lstStyle/>
          <a:p>
            <a:fld id="{D8441BEB-B14C-4678-9E1B-C49BBC5ADAFF}" type="slidenum">
              <a:rPr lang="en-CA" smtClean="0"/>
              <a:t>6</a:t>
            </a:fld>
            <a:endParaRPr lang="en-CA"/>
          </a:p>
        </p:txBody>
      </p:sp>
    </p:spTree>
    <p:extLst>
      <p:ext uri="{BB962C8B-B14F-4D97-AF65-F5344CB8AC3E}">
        <p14:creationId xmlns:p14="http://schemas.microsoft.com/office/powerpoint/2010/main" val="2740264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35B5-DB25-991E-4430-B1EF54139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0F373-689A-930A-8031-3BB8071F7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F540D-039C-9072-D1EF-44F3542D7A8E}"/>
              </a:ext>
            </a:extLst>
          </p:cNvPr>
          <p:cNvSpPr>
            <a:spLocks noGrp="1"/>
          </p:cNvSpPr>
          <p:nvPr>
            <p:ph type="body" idx="1"/>
          </p:nvPr>
        </p:nvSpPr>
        <p:spPr/>
        <p:txBody>
          <a:bodyPr/>
          <a:lstStyle/>
          <a:p>
            <a:r>
              <a:rPr lang="en-CA" b="1" i="0" dirty="0">
                <a:effectLst/>
                <a:latin typeface="Söhne"/>
              </a:rPr>
              <a:t>Contextual Clarity - </a:t>
            </a:r>
            <a:r>
              <a:rPr lang="en-CA" b="0" i="0" dirty="0">
                <a:solidFill>
                  <a:srgbClr val="374151"/>
                </a:solidFill>
                <a:effectLst/>
                <a:latin typeface="Söhne"/>
              </a:rPr>
              <a:t>target variable, attribute in database</a:t>
            </a:r>
            <a:r>
              <a:rPr lang="en-CA" b="1" i="0" dirty="0">
                <a:effectLst/>
                <a:latin typeface="Söhne"/>
              </a:rPr>
              <a:t>, Interdisciplinary Overlaps</a:t>
            </a:r>
            <a:endParaRPr lang="en-US" dirty="0"/>
          </a:p>
        </p:txBody>
      </p:sp>
      <p:sp>
        <p:nvSpPr>
          <p:cNvPr id="4" name="Slide Number Placeholder 3">
            <a:extLst>
              <a:ext uri="{FF2B5EF4-FFF2-40B4-BE49-F238E27FC236}">
                <a16:creationId xmlns:a16="http://schemas.microsoft.com/office/drawing/2014/main" id="{0FA86486-286B-B0EA-9042-1735547692EF}"/>
              </a:ext>
            </a:extLst>
          </p:cNvPr>
          <p:cNvSpPr>
            <a:spLocks noGrp="1"/>
          </p:cNvSpPr>
          <p:nvPr>
            <p:ph type="sldNum" sz="quarter" idx="5"/>
          </p:nvPr>
        </p:nvSpPr>
        <p:spPr/>
        <p:txBody>
          <a:bodyPr/>
          <a:lstStyle/>
          <a:p>
            <a:fld id="{D8441BEB-B14C-4678-9E1B-C49BBC5ADAFF}" type="slidenum">
              <a:rPr lang="en-CA" smtClean="0"/>
              <a:t>7</a:t>
            </a:fld>
            <a:endParaRPr lang="en-CA"/>
          </a:p>
        </p:txBody>
      </p:sp>
    </p:spTree>
    <p:extLst>
      <p:ext uri="{BB962C8B-B14F-4D97-AF65-F5344CB8AC3E}">
        <p14:creationId xmlns:p14="http://schemas.microsoft.com/office/powerpoint/2010/main" val="2316027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21ADB-EAC3-87A9-F8A7-A360B51F4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28350-01EF-1D2D-6396-512EC8C94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DB529-E020-5194-C1ED-5FB45A7597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BFB3DA-8A91-85BF-B0DD-E975238BFF88}"/>
              </a:ext>
            </a:extLst>
          </p:cNvPr>
          <p:cNvSpPr>
            <a:spLocks noGrp="1"/>
          </p:cNvSpPr>
          <p:nvPr>
            <p:ph type="sldNum" sz="quarter" idx="5"/>
          </p:nvPr>
        </p:nvSpPr>
        <p:spPr/>
        <p:txBody>
          <a:bodyPr/>
          <a:lstStyle/>
          <a:p>
            <a:fld id="{64B51CE3-F1EC-6B4D-8B6D-86D363C89BAA}" type="slidenum">
              <a:rPr lang="en-US" smtClean="0"/>
              <a:t>8</a:t>
            </a:fld>
            <a:endParaRPr lang="en-US"/>
          </a:p>
        </p:txBody>
      </p:sp>
    </p:spTree>
    <p:extLst>
      <p:ext uri="{BB962C8B-B14F-4D97-AF65-F5344CB8AC3E}">
        <p14:creationId xmlns:p14="http://schemas.microsoft.com/office/powerpoint/2010/main" val="3861868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55D5-0A1C-9922-01E0-250C4CD6B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BE46C-A3FC-740E-A93A-4FD0CF0EE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C4E46-2A48-5F9F-2D98-AF63034378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C38419-651B-9BCF-3265-CF1AE0B18450}"/>
              </a:ext>
            </a:extLst>
          </p:cNvPr>
          <p:cNvSpPr>
            <a:spLocks noGrp="1"/>
          </p:cNvSpPr>
          <p:nvPr>
            <p:ph type="sldNum" sz="quarter" idx="5"/>
          </p:nvPr>
        </p:nvSpPr>
        <p:spPr/>
        <p:txBody>
          <a:bodyPr/>
          <a:lstStyle/>
          <a:p>
            <a:fld id="{64B51CE3-F1EC-6B4D-8B6D-86D363C89BAA}" type="slidenum">
              <a:rPr lang="en-US" smtClean="0"/>
              <a:t>9</a:t>
            </a:fld>
            <a:endParaRPr lang="en-US"/>
          </a:p>
        </p:txBody>
      </p:sp>
    </p:spTree>
    <p:extLst>
      <p:ext uri="{BB962C8B-B14F-4D97-AF65-F5344CB8AC3E}">
        <p14:creationId xmlns:p14="http://schemas.microsoft.com/office/powerpoint/2010/main" val="94808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1EF2-C760-B80C-0A1D-F460C39CA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8E8B4-7787-FE96-A3BE-7D7236CA7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D69EB-318B-D0CC-9B65-8073CCBB38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25F3DC-327D-9AB6-E2FD-83F2C882FD49}"/>
              </a:ext>
            </a:extLst>
          </p:cNvPr>
          <p:cNvSpPr>
            <a:spLocks noGrp="1"/>
          </p:cNvSpPr>
          <p:nvPr>
            <p:ph type="sldNum" sz="quarter" idx="5"/>
          </p:nvPr>
        </p:nvSpPr>
        <p:spPr/>
        <p:txBody>
          <a:bodyPr/>
          <a:lstStyle/>
          <a:p>
            <a:fld id="{64B51CE3-F1EC-6B4D-8B6D-86D363C89BAA}" type="slidenum">
              <a:rPr lang="en-US" smtClean="0"/>
              <a:t>10</a:t>
            </a:fld>
            <a:endParaRPr lang="en-US"/>
          </a:p>
        </p:txBody>
      </p:sp>
    </p:spTree>
    <p:extLst>
      <p:ext uri="{BB962C8B-B14F-4D97-AF65-F5344CB8AC3E}">
        <p14:creationId xmlns:p14="http://schemas.microsoft.com/office/powerpoint/2010/main" val="631393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5962-A1A8-5777-C63A-AB42338FA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511D7-689A-567B-366A-F9F8BE8D3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740B4-2CE3-AB43-7CB6-AC756AD5EA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CD0A5B-AEDF-EF4D-9E66-B561BABF7C5E}"/>
              </a:ext>
            </a:extLst>
          </p:cNvPr>
          <p:cNvSpPr>
            <a:spLocks noGrp="1"/>
          </p:cNvSpPr>
          <p:nvPr>
            <p:ph type="sldNum" sz="quarter" idx="5"/>
          </p:nvPr>
        </p:nvSpPr>
        <p:spPr/>
        <p:txBody>
          <a:bodyPr/>
          <a:lstStyle/>
          <a:p>
            <a:fld id="{64B51CE3-F1EC-6B4D-8B6D-86D363C89BAA}" type="slidenum">
              <a:rPr lang="en-US" smtClean="0"/>
              <a:t>11</a:t>
            </a:fld>
            <a:endParaRPr lang="en-US"/>
          </a:p>
        </p:txBody>
      </p:sp>
    </p:spTree>
    <p:extLst>
      <p:ext uri="{BB962C8B-B14F-4D97-AF65-F5344CB8AC3E}">
        <p14:creationId xmlns:p14="http://schemas.microsoft.com/office/powerpoint/2010/main" val="2810788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0B5A9-209C-CED1-B25A-AC0936886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78DAA-600C-2653-F0E4-02993ED60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EABC2-150F-CFC2-3315-54BF506DD4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367D75-359C-C5EB-5E5F-BA2BF70B48B1}"/>
              </a:ext>
            </a:extLst>
          </p:cNvPr>
          <p:cNvSpPr>
            <a:spLocks noGrp="1"/>
          </p:cNvSpPr>
          <p:nvPr>
            <p:ph type="sldNum" sz="quarter" idx="5"/>
          </p:nvPr>
        </p:nvSpPr>
        <p:spPr/>
        <p:txBody>
          <a:bodyPr/>
          <a:lstStyle/>
          <a:p>
            <a:fld id="{64B51CE3-F1EC-6B4D-8B6D-86D363C89BAA}" type="slidenum">
              <a:rPr lang="en-US" smtClean="0"/>
              <a:t>12</a:t>
            </a:fld>
            <a:endParaRPr lang="en-US"/>
          </a:p>
        </p:txBody>
      </p:sp>
    </p:spTree>
    <p:extLst>
      <p:ext uri="{BB962C8B-B14F-4D97-AF65-F5344CB8AC3E}">
        <p14:creationId xmlns:p14="http://schemas.microsoft.com/office/powerpoint/2010/main" val="19181505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ctrTitle" hasCustomPrompt="1"/>
          </p:nvPr>
        </p:nvSpPr>
        <p:spPr>
          <a:xfrm>
            <a:off x="812882" y="1716573"/>
            <a:ext cx="9668510" cy="2180690"/>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1"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5"/>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6"/>
            <a:ext cx="3390900" cy="711200"/>
          </a:xfrm>
          <a:prstGeom prst="rect">
            <a:avLst/>
          </a:prstGeom>
        </p:spPr>
      </p:pic>
    </p:spTree>
    <p:extLst>
      <p:ext uri="{BB962C8B-B14F-4D97-AF65-F5344CB8AC3E}">
        <p14:creationId xmlns:p14="http://schemas.microsoft.com/office/powerpoint/2010/main" val="36440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title" hasCustomPrompt="1"/>
          </p:nvPr>
        </p:nvSpPr>
        <p:spPr>
          <a:xfrm>
            <a:off x="812880" y="2059516"/>
            <a:ext cx="9668513"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2"/>
            <a:ext cx="9668512" cy="2000250"/>
          </a:xfrm>
        </p:spPr>
        <p:txBody>
          <a:bodyPr lIns="0" tIns="0" rIns="0" bIns="0" anchor="t"/>
          <a:lstStyle>
            <a:lvl1pPr marL="0" indent="0">
              <a:lnSpc>
                <a:spcPct val="100000"/>
              </a:lnSpc>
              <a:buNone/>
              <a:defRPr sz="3400" baseline="0">
                <a:solidFill>
                  <a:srgbClr val="A6C8BC"/>
                </a:solidFill>
              </a:defRPr>
            </a:lvl1pPr>
            <a:lvl2pPr marL="781583" indent="0">
              <a:buNone/>
              <a:defRPr sz="3100">
                <a:solidFill>
                  <a:schemeClr val="tx1">
                    <a:tint val="75000"/>
                  </a:schemeClr>
                </a:solidFill>
              </a:defRPr>
            </a:lvl2pPr>
            <a:lvl3pPr marL="1563167" indent="0">
              <a:buNone/>
              <a:defRPr sz="2700">
                <a:solidFill>
                  <a:schemeClr val="tx1">
                    <a:tint val="75000"/>
                  </a:schemeClr>
                </a:solidFill>
              </a:defRPr>
            </a:lvl3pPr>
            <a:lvl4pPr marL="2344750" indent="0">
              <a:buNone/>
              <a:defRPr sz="2400">
                <a:solidFill>
                  <a:schemeClr val="tx1">
                    <a:tint val="75000"/>
                  </a:schemeClr>
                </a:solidFill>
              </a:defRPr>
            </a:lvl4pPr>
            <a:lvl5pPr marL="3126334" indent="0">
              <a:buNone/>
              <a:defRPr sz="2400">
                <a:solidFill>
                  <a:schemeClr val="tx1">
                    <a:tint val="75000"/>
                  </a:schemeClr>
                </a:solidFill>
              </a:defRPr>
            </a:lvl5pPr>
            <a:lvl6pPr marL="3907917" indent="0">
              <a:buNone/>
              <a:defRPr sz="2400">
                <a:solidFill>
                  <a:schemeClr val="tx1">
                    <a:tint val="75000"/>
                  </a:schemeClr>
                </a:solidFill>
              </a:defRPr>
            </a:lvl6pPr>
            <a:lvl7pPr marL="4689500" indent="0">
              <a:buNone/>
              <a:defRPr sz="2400">
                <a:solidFill>
                  <a:schemeClr val="tx1">
                    <a:tint val="75000"/>
                  </a:schemeClr>
                </a:solidFill>
              </a:defRPr>
            </a:lvl7pPr>
            <a:lvl8pPr marL="5471084" indent="0">
              <a:buNone/>
              <a:defRPr sz="2400">
                <a:solidFill>
                  <a:schemeClr val="tx1">
                    <a:tint val="75000"/>
                  </a:schemeClr>
                </a:solidFill>
              </a:defRPr>
            </a:lvl8pPr>
            <a:lvl9pPr marL="625266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3" y="689942"/>
            <a:ext cx="965199" cy="711200"/>
          </a:xfrm>
          <a:prstGeom prst="rect">
            <a:avLst/>
          </a:prstGeom>
        </p:spPr>
      </p:pic>
      <p:sp>
        <p:nvSpPr>
          <p:cNvPr id="15" name="Slide Number Placeholder 8"/>
          <p:cNvSpPr>
            <a:spLocks noGrp="1"/>
          </p:cNvSpPr>
          <p:nvPr>
            <p:ph type="sldNum" sz="quarter" idx="11"/>
          </p:nvPr>
        </p:nvSpPr>
        <p:spPr>
          <a:xfrm>
            <a:off x="199082" y="8497455"/>
            <a:ext cx="529132" cy="486834"/>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4"/>
            <a:ext cx="4633424"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3"/>
            <a:ext cx="4673448" cy="2881182"/>
          </a:xfrm>
        </p:spPr>
        <p:txBody>
          <a:bodyPr anchor="ctr"/>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5" y="2405062"/>
            <a:ext cx="4673600"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5" y="5997575"/>
            <a:ext cx="4673600"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16981270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4" y="2405062"/>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3"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2"/>
            <a:ext cx="4673600"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0"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1" y="2405062"/>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2"/>
            <a:ext cx="4673600"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0"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39537974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9283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8"/>
            <a:ext cx="11615780" cy="6874935"/>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63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2" y="2404534"/>
            <a:ext cx="716245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2404534"/>
            <a:ext cx="71475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861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2" y="3115732"/>
            <a:ext cx="7162458" cy="4419601"/>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3115732"/>
            <a:ext cx="7147539" cy="4419602"/>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3" y="2405062"/>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0" y="2405062"/>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20"/>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65702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4"/>
            <a:ext cx="46733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4"/>
            <a:ext cx="464400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4"/>
            <a:ext cx="467344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952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2"/>
            <a:ext cx="4673339"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2"/>
            <a:ext cx="4644000"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2"/>
            <a:ext cx="4673448"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6545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4"/>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4"/>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4"/>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1"/>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1"/>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1"/>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0048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6"/>
            <a:ext cx="4673339"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6"/>
            <a:ext cx="4644000"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6"/>
            <a:ext cx="4673448"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3" y="5147735"/>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5"/>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5"/>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5" name="Slide Number Placeholder 8"/>
          <p:cNvSpPr>
            <a:spLocks noGrp="1"/>
          </p:cNvSpPr>
          <p:nvPr>
            <p:ph type="sldNum" sz="quarter" idx="27"/>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036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05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8"/>
            <a:ext cx="11615780" cy="6874936"/>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1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2" y="3115732"/>
            <a:ext cx="716245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69" y="3115732"/>
            <a:ext cx="71475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2"/>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8" y="2405062"/>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2774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3" y="3115732"/>
            <a:ext cx="4658525"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38312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3" y="5858405"/>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3" y="5147735"/>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2" y="5147735"/>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5"/>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3" y="3115732"/>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79371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8"/>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75441"/>
            <a:ext cx="4673340" cy="1226329"/>
          </a:xfrm>
        </p:spPr>
        <p:txBody>
          <a:bodyPr anchor="b"/>
          <a:lstStyle>
            <a:lvl1pPr>
              <a:lnSpc>
                <a:spcPct val="80000"/>
              </a:lnSpc>
              <a:defRPr sz="11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b"/>
          <a:lstStyle>
            <a:lvl1pPr>
              <a:lnSpc>
                <a:spcPct val="80000"/>
              </a:lnSpc>
              <a:defRPr sz="11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b"/>
          <a:lstStyle>
            <a:lvl1pPr>
              <a:lnSpc>
                <a:spcPct val="80000"/>
              </a:lnSpc>
              <a:defRPr sz="11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132642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69"/>
            <a:ext cx="4673339"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69"/>
            <a:ext cx="4644000"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69"/>
            <a:ext cx="4673448" cy="3838169"/>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41575"/>
            <a:ext cx="4673340" cy="1260195"/>
          </a:xfrm>
        </p:spPr>
        <p:txBody>
          <a:bodyPr anchor="t"/>
          <a:lstStyle>
            <a:lvl1pPr>
              <a:lnSpc>
                <a:spcPct val="80000"/>
              </a:lnSpc>
              <a:defRPr sz="7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t"/>
          <a:lstStyle>
            <a:lvl1pPr>
              <a:lnSpc>
                <a:spcPct val="80000"/>
              </a:lnSpc>
              <a:defRPr sz="7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t"/>
          <a:lstStyle>
            <a:lvl1pPr>
              <a:lnSpc>
                <a:spcPct val="80000"/>
              </a:lnSpc>
              <a:defRPr sz="7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33607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3"/>
            <a:ext cx="4673339"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3"/>
            <a:ext cx="4644000"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3"/>
            <a:ext cx="4673448" cy="3001805"/>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5"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Picture Placeholder 3"/>
          <p:cNvSpPr>
            <a:spLocks noGrp="1" noChangeAspect="1"/>
          </p:cNvSpPr>
          <p:nvPr>
            <p:ph type="pic" sz="quarter" idx="26" hasCustomPrompt="1"/>
          </p:nvPr>
        </p:nvSpPr>
        <p:spPr>
          <a:xfrm>
            <a:off x="1173631"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0"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18"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icture Placeholder 3"/>
          <p:cNvSpPr>
            <a:spLocks noGrp="1" noChangeAspect="1"/>
          </p:cNvSpPr>
          <p:nvPr>
            <p:ph type="pic" sz="quarter" idx="28" hasCustomPrompt="1"/>
          </p:nvPr>
        </p:nvSpPr>
        <p:spPr>
          <a:xfrm>
            <a:off x="11147405"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0" name="Slide Number Placeholder 8"/>
          <p:cNvSpPr>
            <a:spLocks noGrp="1"/>
          </p:cNvSpPr>
          <p:nvPr>
            <p:ph type="sldNum" sz="quarter" idx="2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99631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5" name="Media Placeholder 4"/>
          <p:cNvSpPr>
            <a:spLocks noGrp="1"/>
          </p:cNvSpPr>
          <p:nvPr>
            <p:ph type="media" sz="quarter" idx="10" hasCustomPrompt="1"/>
          </p:nvPr>
        </p:nvSpPr>
        <p:spPr>
          <a:xfrm>
            <a:off x="3287077" y="829734"/>
            <a:ext cx="9683434" cy="7501466"/>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880309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3" name="Rectangle 2"/>
          <p:cNvSpPr/>
          <p:nvPr userDrawn="1"/>
        </p:nvSpPr>
        <p:spPr>
          <a:xfrm>
            <a:off x="805366"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8"/>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74370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8"/>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8602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4219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00269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200">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8"/>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81210466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5"/>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5"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6" y="853030"/>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6"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56334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5"/>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0"/>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0"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18545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2" cy="9144000"/>
          </a:xfrm>
        </p:spPr>
        <p:txBody>
          <a:bodyPr/>
          <a:lstStyle>
            <a:lvl1pPr marL="0" indent="0">
              <a:buNone/>
              <a:defRPr sz="4000" baseline="0"/>
            </a:lvl1pPr>
            <a:lvl2pPr marL="781583" indent="0">
              <a:buNone/>
              <a:defRPr sz="4800"/>
            </a:lvl2pPr>
            <a:lvl3pPr marL="1563167" indent="0">
              <a:buNone/>
              <a:defRPr sz="4100"/>
            </a:lvl3pPr>
            <a:lvl4pPr marL="2344750" indent="0">
              <a:buNone/>
              <a:defRPr sz="3400"/>
            </a:lvl4pPr>
            <a:lvl5pPr marL="3126334" indent="0">
              <a:buNone/>
              <a:defRPr sz="3400"/>
            </a:lvl5pPr>
            <a:lvl6pPr marL="3907917" indent="0">
              <a:buNone/>
              <a:defRPr sz="3400"/>
            </a:lvl6pPr>
            <a:lvl7pPr marL="4689500" indent="0">
              <a:buNone/>
              <a:defRPr sz="3400"/>
            </a:lvl7pPr>
            <a:lvl8pPr marL="5471084" indent="0">
              <a:buNone/>
              <a:defRPr sz="3400"/>
            </a:lvl8pPr>
            <a:lvl9pPr marL="625266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1" y="6313857"/>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1757585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4" name="Picture Placeholder 3"/>
          <p:cNvSpPr>
            <a:spLocks noGrp="1"/>
          </p:cNvSpPr>
          <p:nvPr>
            <p:ph type="pic" sz="quarter" idx="10" hasCustomPrompt="1"/>
          </p:nvPr>
        </p:nvSpPr>
        <p:spPr>
          <a:xfrm>
            <a:off x="8332918" y="829734"/>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7" y="829734"/>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498998"/>
            <a:ext cx="4654526"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726275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2" name="Picture Placeholder 5"/>
          <p:cNvSpPr>
            <a:spLocks noGrp="1"/>
          </p:cNvSpPr>
          <p:nvPr>
            <p:ph type="pic" sz="quarter" idx="11" hasCustomPrompt="1"/>
          </p:nvPr>
        </p:nvSpPr>
        <p:spPr>
          <a:xfrm>
            <a:off x="829707" y="829734"/>
            <a:ext cx="11598955"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072200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3" name="Picture Placeholder 5"/>
          <p:cNvSpPr>
            <a:spLocks noGrp="1"/>
          </p:cNvSpPr>
          <p:nvPr>
            <p:ph type="pic" sz="quarter" idx="11" hasCustomPrompt="1"/>
          </p:nvPr>
        </p:nvSpPr>
        <p:spPr>
          <a:xfrm>
            <a:off x="829708" y="2404534"/>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5613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3"/>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49802344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1" y="3117806"/>
            <a:ext cx="10360746" cy="2612172"/>
          </a:xfrm>
        </p:spPr>
        <p:txBody>
          <a:bodyPr lIns="0" tIns="0" rIns="0" bIns="0" anchor="ctr">
            <a:noAutofit/>
          </a:bodyPr>
          <a:lstStyle>
            <a:lvl1pPr marL="0" indent="0" algn="ctr">
              <a:buNone/>
              <a:defRPr sz="4800" baseline="0">
                <a:solidFill>
                  <a:schemeClr val="accent5"/>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4"/>
            <a:ext cx="9615704"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1" y="6017839"/>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3" y="828547"/>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526508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604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EFEE-D458-AAED-EFAB-1BE47981463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BDCCC18-C79F-F6DB-2912-736A7EAFF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8E9BA0C-70C3-E620-B09D-0188DAA925B5}"/>
              </a:ext>
            </a:extLst>
          </p:cNvPr>
          <p:cNvSpPr>
            <a:spLocks noGrp="1"/>
          </p:cNvSpPr>
          <p:nvPr>
            <p:ph type="dt" sz="half" idx="10"/>
          </p:nvPr>
        </p:nvSpPr>
        <p:spPr/>
        <p:txBody>
          <a:bodyPr/>
          <a:lstStyle/>
          <a:p>
            <a:fld id="{FA14785C-D950-4B27-B3D2-10D5142C95AB}" type="datetimeFigureOut">
              <a:rPr lang="en-CA" smtClean="0"/>
              <a:t>2025-10-08</a:t>
            </a:fld>
            <a:endParaRPr lang="en-CA"/>
          </a:p>
        </p:txBody>
      </p:sp>
      <p:sp>
        <p:nvSpPr>
          <p:cNvPr id="5" name="Footer Placeholder 4">
            <a:extLst>
              <a:ext uri="{FF2B5EF4-FFF2-40B4-BE49-F238E27FC236}">
                <a16:creationId xmlns:a16="http://schemas.microsoft.com/office/drawing/2014/main" id="{1CFDD4D4-A1E9-5640-1B8C-7E48AE84875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E0B2E0C-55B6-B9B5-C9C8-15411F499795}"/>
              </a:ext>
            </a:extLst>
          </p:cNvPr>
          <p:cNvSpPr>
            <a:spLocks noGrp="1"/>
          </p:cNvSpPr>
          <p:nvPr>
            <p:ph type="sldNum" sz="quarter" idx="12"/>
          </p:nvPr>
        </p:nvSpPr>
        <p:spPr/>
        <p:txBody>
          <a:bodyPr/>
          <a:lstStyle/>
          <a:p>
            <a:fld id="{DF54888C-850A-4254-9741-FAC872411F1C}" type="slidenum">
              <a:rPr lang="en-CA" smtClean="0"/>
              <a:t>‹#›</a:t>
            </a:fld>
            <a:endParaRPr lang="en-CA"/>
          </a:p>
        </p:txBody>
      </p:sp>
    </p:spTree>
    <p:extLst>
      <p:ext uri="{BB962C8B-B14F-4D97-AF65-F5344CB8AC3E}">
        <p14:creationId xmlns:p14="http://schemas.microsoft.com/office/powerpoint/2010/main" val="10085431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0" y="666518"/>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0" y="2133600"/>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0" y="8475135"/>
            <a:ext cx="1180185" cy="486834"/>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6837881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9" r:id="rId3"/>
    <p:sldLayoutId id="2147483686" r:id="rId4"/>
    <p:sldLayoutId id="2147483650" r:id="rId5"/>
    <p:sldLayoutId id="2147483693" r:id="rId6"/>
    <p:sldLayoutId id="2147483685" r:id="rId7"/>
    <p:sldLayoutId id="2147483687" r:id="rId8"/>
    <p:sldLayoutId id="2147483688" r:id="rId9"/>
    <p:sldLayoutId id="2147483689" r:id="rId10"/>
    <p:sldLayoutId id="2147483690" r:id="rId11"/>
    <p:sldLayoutId id="2147483691" r:id="rId12"/>
    <p:sldLayoutId id="2147483692" r:id="rId13"/>
    <p:sldLayoutId id="2147483694" r:id="rId14"/>
    <p:sldLayoutId id="2147483695" r:id="rId15"/>
    <p:sldLayoutId id="2147483696" r:id="rId16"/>
    <p:sldLayoutId id="2147483697" r:id="rId17"/>
    <p:sldLayoutId id="2147483677" r:id="rId18"/>
    <p:sldLayoutId id="2147483698" r:id="rId19"/>
    <p:sldLayoutId id="2147483699" r:id="rId20"/>
    <p:sldLayoutId id="2147483682" r:id="rId21"/>
    <p:sldLayoutId id="2147483654" r:id="rId22"/>
    <p:sldLayoutId id="2147483662" r:id="rId23"/>
    <p:sldLayoutId id="2147483683" r:id="rId24"/>
    <p:sldLayoutId id="2147483684" r:id="rId25"/>
    <p:sldLayoutId id="2147483664" r:id="rId26"/>
    <p:sldLayoutId id="2147483700" r:id="rId27"/>
    <p:sldLayoutId id="2147483701" r:id="rId28"/>
    <p:sldLayoutId id="2147483657" r:id="rId29"/>
    <p:sldLayoutId id="2147483674" r:id="rId30"/>
    <p:sldLayoutId id="2147483675" r:id="rId31"/>
    <p:sldLayoutId id="2147483681" r:id="rId32"/>
    <p:sldLayoutId id="2147483667" r:id="rId33"/>
    <p:sldLayoutId id="2147483680" r:id="rId34"/>
    <p:sldLayoutId id="2147483702" r:id="rId35"/>
    <p:sldLayoutId id="2147483703" r:id="rId36"/>
  </p:sldLayoutIdLst>
  <p:hf hdr="0" ftr="0" dt="0"/>
  <p:txStyles>
    <p:title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p:titleStyle>
    <p:bodyStyle>
      <a:lvl1pPr marL="0" indent="0" algn="l" defTabSz="781583"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70073" indent="-488490" algn="l" defTabSz="781583"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367" indent="-457200" algn="l" defTabSz="781583"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542" indent="-390792" algn="l" defTabSz="781583"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7125" indent="-390792" algn="l" defTabSz="781583" rtl="0" eaLnBrk="1" latinLnBrk="0" hangingPunct="1">
        <a:spcBef>
          <a:spcPct val="20000"/>
        </a:spcBef>
        <a:buFont typeface="Arial"/>
        <a:buChar char="»"/>
        <a:defRPr sz="3400" kern="1200">
          <a:solidFill>
            <a:schemeClr val="accent5"/>
          </a:solidFill>
          <a:latin typeface="+mn-lt"/>
          <a:ea typeface="+mn-ea"/>
          <a:cs typeface="+mn-cs"/>
        </a:defRPr>
      </a:lvl5pPr>
      <a:lvl6pPr marL="4298709" indent="-390792" algn="l" defTabSz="781583" rtl="0" eaLnBrk="1" latinLnBrk="0" hangingPunct="1">
        <a:spcBef>
          <a:spcPct val="20000"/>
        </a:spcBef>
        <a:buFont typeface="Arial"/>
        <a:buChar char="•"/>
        <a:defRPr sz="3400" kern="1200">
          <a:solidFill>
            <a:schemeClr val="tx1"/>
          </a:solidFill>
          <a:latin typeface="+mn-lt"/>
          <a:ea typeface="+mn-ea"/>
          <a:cs typeface="+mn-cs"/>
        </a:defRPr>
      </a:lvl6pPr>
      <a:lvl7pPr marL="5080292" indent="-390792" algn="l" defTabSz="781583" rtl="0" eaLnBrk="1" latinLnBrk="0" hangingPunct="1">
        <a:spcBef>
          <a:spcPct val="20000"/>
        </a:spcBef>
        <a:buFont typeface="Arial"/>
        <a:buChar char="•"/>
        <a:defRPr sz="3400" kern="1200">
          <a:solidFill>
            <a:schemeClr val="tx1"/>
          </a:solidFill>
          <a:latin typeface="+mn-lt"/>
          <a:ea typeface="+mn-ea"/>
          <a:cs typeface="+mn-cs"/>
        </a:defRPr>
      </a:lvl7pPr>
      <a:lvl8pPr marL="5861876" indent="-390792" algn="l" defTabSz="781583" rtl="0" eaLnBrk="1" latinLnBrk="0" hangingPunct="1">
        <a:spcBef>
          <a:spcPct val="20000"/>
        </a:spcBef>
        <a:buFont typeface="Arial"/>
        <a:buChar char="•"/>
        <a:defRPr sz="3400" kern="1200">
          <a:solidFill>
            <a:schemeClr val="tx1"/>
          </a:solidFill>
          <a:latin typeface="+mn-lt"/>
          <a:ea typeface="+mn-ea"/>
          <a:cs typeface="+mn-cs"/>
        </a:defRPr>
      </a:lvl8pPr>
      <a:lvl9pPr marL="6643459" indent="-390792" algn="l" defTabSz="781583"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81" y="2557219"/>
            <a:ext cx="13786521" cy="1348353"/>
          </a:xfrm>
        </p:spPr>
        <p:txBody>
          <a:bodyPr>
            <a:normAutofit/>
          </a:bodyPr>
          <a:lstStyle/>
          <a:p>
            <a:r>
              <a:rPr lang="en-US" dirty="0">
                <a:latin typeface="Avenir Roman" panose="02000503020000020003" pitchFamily="2" charset="0"/>
                <a:cs typeface="Calibri" panose="020F0502020204030204" pitchFamily="34" charset="0"/>
              </a:rPr>
              <a:t>Week 6</a:t>
            </a:r>
          </a:p>
        </p:txBody>
      </p:sp>
      <p:sp>
        <p:nvSpPr>
          <p:cNvPr id="3" name="Subtitle 2"/>
          <p:cNvSpPr>
            <a:spLocks noGrp="1"/>
          </p:cNvSpPr>
          <p:nvPr>
            <p:ph type="subTitle" idx="1"/>
          </p:nvPr>
        </p:nvSpPr>
        <p:spPr>
          <a:xfrm>
            <a:off x="829733" y="4264282"/>
            <a:ext cx="13118496" cy="1167528"/>
          </a:xfrm>
        </p:spPr>
        <p:txBody>
          <a:bodyPr/>
          <a:lstStyle/>
          <a:p>
            <a:r>
              <a:rPr lang="en-US" sz="4000" dirty="0">
                <a:latin typeface="Avenir Book" panose="02000503020000020003" pitchFamily="2" charset="0"/>
                <a:cs typeface="Calibri" panose="020F0502020204030204" pitchFamily="34" charset="0"/>
              </a:rPr>
              <a:t>Midterm Review</a:t>
            </a:r>
          </a:p>
        </p:txBody>
      </p:sp>
    </p:spTree>
    <p:extLst>
      <p:ext uri="{BB962C8B-B14F-4D97-AF65-F5344CB8AC3E}">
        <p14:creationId xmlns:p14="http://schemas.microsoft.com/office/powerpoint/2010/main" val="369581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45911" y="904509"/>
            <a:ext cx="14248262" cy="6547169"/>
          </a:xfrm>
        </p:spPr>
        <p:txBody>
          <a:bodyPr/>
          <a:lstStyle/>
          <a:p>
            <a:r>
              <a:rPr lang="en-IN" dirty="0">
                <a:latin typeface="Avenir Medium" panose="02000503020000020003" pitchFamily="2" charset="0"/>
                <a:cs typeface="Calibri" panose="020F0502020204030204" pitchFamily="34" charset="0"/>
              </a:rPr>
              <a:t>Main Topics Covered so far:</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Business Understanding</a:t>
            </a: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Data Understanding</a:t>
            </a: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Data Cleaning</a:t>
            </a:r>
            <a:br>
              <a:rPr lang="en-IN" sz="3600"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2</a:t>
            </a:fld>
            <a:endParaRPr lang="en-US" dirty="0"/>
          </a:p>
        </p:txBody>
      </p:sp>
    </p:spTree>
    <p:extLst>
      <p:ext uri="{BB962C8B-B14F-4D97-AF65-F5344CB8AC3E}">
        <p14:creationId xmlns:p14="http://schemas.microsoft.com/office/powerpoint/2010/main" val="286982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4A61553F-3C30-470D-BC6D-1A8F885C54F5}"/>
              </a:ext>
            </a:extLst>
          </p:cNvPr>
          <p:cNvSpPr>
            <a:spLocks noGrp="1"/>
          </p:cNvSpPr>
          <p:nvPr>
            <p:ph type="title"/>
          </p:nvPr>
        </p:nvSpPr>
        <p:spPr>
          <a:xfrm>
            <a:off x="1144965" y="657515"/>
            <a:ext cx="8817897" cy="880273"/>
          </a:xfrm>
        </p:spPr>
        <p:txBody>
          <a:bodyPr>
            <a:normAutofit/>
          </a:bodyPr>
          <a:lstStyle/>
          <a:p>
            <a:r>
              <a:rPr lang="en-US" sz="6000" dirty="0">
                <a:solidFill>
                  <a:srgbClr val="00673E"/>
                </a:solidFill>
                <a:latin typeface="+mn-lt"/>
                <a:cs typeface="Calibri" panose="020F0502020204030204" pitchFamily="34" charset="0"/>
              </a:rPr>
              <a:t>Business Understanding</a:t>
            </a:r>
          </a:p>
        </p:txBody>
      </p:sp>
      <p:sp>
        <p:nvSpPr>
          <p:cNvPr id="3" name="TextBox 2">
            <a:extLst>
              <a:ext uri="{FF2B5EF4-FFF2-40B4-BE49-F238E27FC236}">
                <a16:creationId xmlns:a16="http://schemas.microsoft.com/office/drawing/2014/main" id="{88DD3CD6-B5A0-372B-A6C8-D177C39D8CE8}"/>
              </a:ext>
            </a:extLst>
          </p:cNvPr>
          <p:cNvSpPr txBox="1"/>
          <p:nvPr/>
        </p:nvSpPr>
        <p:spPr>
          <a:xfrm>
            <a:off x="655090" y="1856096"/>
            <a:ext cx="15080776" cy="5343963"/>
          </a:xfrm>
          <a:prstGeom prst="rect">
            <a:avLst/>
          </a:prstGeom>
          <a:noFill/>
        </p:spPr>
        <p:txBody>
          <a:bodyPr wrap="square">
            <a:spAutoFit/>
          </a:bodyPr>
          <a:lstStyle/>
          <a:p>
            <a:pPr algn="l">
              <a:lnSpc>
                <a:spcPts val="2400"/>
              </a:lnSpc>
              <a:buNone/>
            </a:pPr>
            <a:r>
              <a:rPr lang="en-US" sz="3300" b="0" i="0" dirty="0">
                <a:solidFill>
                  <a:schemeClr val="tx1">
                    <a:lumMod val="75000"/>
                  </a:schemeClr>
                </a:solidFill>
                <a:effectLst/>
                <a:latin typeface="+mj-lt"/>
              </a:rPr>
              <a:t>Consider asking these questions before you dive into analyzing the data.</a:t>
            </a:r>
          </a:p>
          <a:p>
            <a:pPr algn="l">
              <a:lnSpc>
                <a:spcPts val="2400"/>
              </a:lnSpc>
              <a:buNone/>
            </a:pPr>
            <a:endParaRPr lang="en-US" sz="3300" b="0" i="0" dirty="0">
              <a:solidFill>
                <a:schemeClr val="tx1">
                  <a:lumMod val="75000"/>
                </a:schemeClr>
              </a:solidFill>
              <a:effectLst/>
              <a:latin typeface="+mj-lt"/>
            </a:endParaRPr>
          </a:p>
          <a:p>
            <a:pPr algn="l">
              <a:lnSpc>
                <a:spcPts val="2400"/>
              </a:lnSpc>
              <a:buNone/>
            </a:pPr>
            <a:endParaRPr lang="en-US" sz="3300" dirty="0">
              <a:solidFill>
                <a:schemeClr val="tx1">
                  <a:lumMod val="75000"/>
                </a:schemeClr>
              </a:solidFill>
              <a:latin typeface="+mj-lt"/>
            </a:endParaRPr>
          </a:p>
          <a:p>
            <a:pPr algn="l">
              <a:lnSpc>
                <a:spcPts val="2400"/>
              </a:lnSpc>
              <a:buNone/>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r>
              <a:rPr lang="en-US" sz="3300" b="0" i="0" dirty="0">
                <a:solidFill>
                  <a:schemeClr val="tx1">
                    <a:lumMod val="75000"/>
                  </a:schemeClr>
                </a:solidFill>
                <a:effectLst/>
                <a:latin typeface="+mj-lt"/>
              </a:rPr>
              <a:t>What is the main topic or challenge this project is trying to address?</a:t>
            </a: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endParaRPr lang="en-US" sz="3300" dirty="0">
              <a:solidFill>
                <a:schemeClr val="tx1">
                  <a:lumMod val="75000"/>
                </a:schemeClr>
              </a:solidFill>
              <a:latin typeface="+mj-lt"/>
            </a:endParaRP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r>
              <a:rPr lang="en-US" sz="3300" b="0" i="0" dirty="0">
                <a:solidFill>
                  <a:schemeClr val="tx1">
                    <a:lumMod val="75000"/>
                  </a:schemeClr>
                </a:solidFill>
                <a:effectLst/>
                <a:latin typeface="+mj-lt"/>
              </a:rPr>
              <a:t>Do you have all the data to address the topic, and if not, can you acquire it?</a:t>
            </a: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endParaRPr lang="en-US" sz="3300" dirty="0">
              <a:solidFill>
                <a:schemeClr val="tx1">
                  <a:lumMod val="75000"/>
                </a:schemeClr>
              </a:solidFill>
              <a:latin typeface="+mj-lt"/>
            </a:endParaRP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r>
              <a:rPr lang="en-US" sz="3300" b="0" i="0" dirty="0">
                <a:solidFill>
                  <a:schemeClr val="tx1">
                    <a:lumMod val="75000"/>
                  </a:schemeClr>
                </a:solidFill>
                <a:effectLst/>
                <a:latin typeface="+mj-lt"/>
              </a:rPr>
              <a:t>What should be the most important finding from this project?</a:t>
            </a: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endParaRPr lang="en-US" sz="3300" dirty="0">
              <a:solidFill>
                <a:schemeClr val="tx1">
                  <a:lumMod val="75000"/>
                </a:schemeClr>
              </a:solidFill>
              <a:latin typeface="+mj-lt"/>
            </a:endParaRPr>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a:p>
            <a:pPr marL="457200" indent="-457200" algn="l">
              <a:lnSpc>
                <a:spcPts val="2400"/>
              </a:lnSpc>
              <a:buFont typeface="Arial" panose="020B0604020202020204" pitchFamily="34" charset="0"/>
              <a:buChar char="•"/>
            </a:pPr>
            <a:r>
              <a:rPr lang="en-US" sz="3300" b="0" i="0" dirty="0">
                <a:solidFill>
                  <a:schemeClr val="tx1">
                    <a:lumMod val="75000"/>
                  </a:schemeClr>
                </a:solidFill>
                <a:effectLst/>
                <a:latin typeface="+mj-lt"/>
              </a:rPr>
              <a:t>Who are your stakeholders and why is this project valuable to them?</a:t>
            </a:r>
          </a:p>
        </p:txBody>
      </p:sp>
    </p:spTree>
    <p:extLst>
      <p:ext uri="{BB962C8B-B14F-4D97-AF65-F5344CB8AC3E}">
        <p14:creationId xmlns:p14="http://schemas.microsoft.com/office/powerpoint/2010/main" val="406968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399D4-5539-C3F0-408D-A42072D57C2E}"/>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6222E5A8-B89A-8636-C0D4-BCDABDB27CFC}"/>
              </a:ext>
            </a:extLst>
          </p:cNvPr>
          <p:cNvSpPr>
            <a:spLocks noGrp="1"/>
          </p:cNvSpPr>
          <p:nvPr>
            <p:ph type="title"/>
          </p:nvPr>
        </p:nvSpPr>
        <p:spPr>
          <a:xfrm>
            <a:off x="899301" y="657515"/>
            <a:ext cx="11847707" cy="880273"/>
          </a:xfrm>
        </p:spPr>
        <p:txBody>
          <a:bodyPr>
            <a:normAutofit/>
          </a:bodyPr>
          <a:lstStyle/>
          <a:p>
            <a:r>
              <a:rPr lang="en-US" sz="6000" dirty="0">
                <a:solidFill>
                  <a:srgbClr val="00673E"/>
                </a:solidFill>
                <a:latin typeface="+mn-lt"/>
                <a:cs typeface="Calibri" panose="020F0502020204030204" pitchFamily="34" charset="0"/>
              </a:rPr>
              <a:t>Data Understanding / Exploration</a:t>
            </a:r>
          </a:p>
        </p:txBody>
      </p:sp>
      <p:sp>
        <p:nvSpPr>
          <p:cNvPr id="3" name="TextBox 2">
            <a:extLst>
              <a:ext uri="{FF2B5EF4-FFF2-40B4-BE49-F238E27FC236}">
                <a16:creationId xmlns:a16="http://schemas.microsoft.com/office/drawing/2014/main" id="{CF397C1E-1015-7A53-0D9F-20A607E09D50}"/>
              </a:ext>
            </a:extLst>
          </p:cNvPr>
          <p:cNvSpPr txBox="1"/>
          <p:nvPr/>
        </p:nvSpPr>
        <p:spPr>
          <a:xfrm>
            <a:off x="655090" y="2210940"/>
            <a:ext cx="15080776" cy="6421181"/>
          </a:xfrm>
          <a:prstGeom prst="rect">
            <a:avLst/>
          </a:prstGeom>
          <a:noFill/>
        </p:spPr>
        <p:txBody>
          <a:bodyPr wrap="square">
            <a:spAutoFit/>
          </a:bodyPr>
          <a:lstStyle/>
          <a:p>
            <a:pPr algn="l">
              <a:lnSpc>
                <a:spcPts val="2400"/>
              </a:lnSpc>
              <a:buNone/>
            </a:pPr>
            <a:r>
              <a:rPr lang="en-US" sz="3300" b="1" dirty="0">
                <a:solidFill>
                  <a:schemeClr val="tx1">
                    <a:lumMod val="75000"/>
                  </a:schemeClr>
                </a:solidFill>
                <a:latin typeface="+mj-lt"/>
              </a:rPr>
              <a:t>Data at sight</a:t>
            </a:r>
            <a:endParaRPr lang="en-US" sz="3300" b="1" i="0" dirty="0">
              <a:solidFill>
                <a:schemeClr val="tx1">
                  <a:lumMod val="75000"/>
                </a:schemeClr>
              </a:solidFill>
              <a:effectLst/>
              <a:latin typeface="+mj-lt"/>
            </a:endParaRPr>
          </a:p>
          <a:p>
            <a:pPr algn="l">
              <a:lnSpc>
                <a:spcPts val="2400"/>
              </a:lnSpc>
              <a:buNone/>
            </a:pPr>
            <a:endParaRPr lang="en-US" sz="3300" b="0" i="0" dirty="0">
              <a:solidFill>
                <a:schemeClr val="tx1">
                  <a:lumMod val="75000"/>
                </a:schemeClr>
              </a:solidFill>
              <a:effectLst/>
              <a:latin typeface="+mj-lt"/>
            </a:endParaRPr>
          </a:p>
          <a:p>
            <a:pPr algn="l">
              <a:lnSpc>
                <a:spcPts val="2400"/>
              </a:lnSpc>
              <a:buNone/>
            </a:pPr>
            <a:endParaRPr lang="en-US" sz="3300" dirty="0">
              <a:solidFill>
                <a:schemeClr val="tx1">
                  <a:lumMod val="75000"/>
                </a:schemeClr>
              </a:solidFill>
              <a:latin typeface="+mj-lt"/>
            </a:endParaRPr>
          </a:p>
          <a:p>
            <a:pPr algn="l">
              <a:lnSpc>
                <a:spcPts val="2400"/>
              </a:lnSpc>
              <a:buNone/>
            </a:pPr>
            <a:endParaRPr lang="en-US" sz="3300" b="0" i="0" dirty="0">
              <a:solidFill>
                <a:schemeClr val="tx1">
                  <a:lumMod val="75000"/>
                </a:schemeClr>
              </a:solidFill>
              <a:effectLst/>
              <a:latin typeface="+mj-lt"/>
            </a:endParaRPr>
          </a:p>
          <a:p>
            <a:pPr marL="457200" indent="-457200">
              <a:buFont typeface="Arial" panose="020B0604020202020204" pitchFamily="34" charset="0"/>
              <a:buChar char="•"/>
            </a:pPr>
            <a:r>
              <a:rPr lang="en-US" dirty="0"/>
              <a:t>How many observations and features does the dataset have</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Try to understand each feature intuitively. Refer to the metadata if available</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Do the values for each feature make sense and are they on the right scale</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Is there any data missing and do you anticipate issues with missing data</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Have all the features being instantiated by the correct datatype</a:t>
            </a:r>
          </a:p>
          <a:p>
            <a:pPr marL="457200" indent="-457200">
              <a:buFont typeface="Arial" panose="020B0604020202020204" pitchFamily="34" charset="0"/>
              <a:buChar char="•"/>
            </a:pPr>
            <a:endParaRPr lang="en-US" dirty="0"/>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p:txBody>
      </p:sp>
    </p:spTree>
    <p:extLst>
      <p:ext uri="{BB962C8B-B14F-4D97-AF65-F5344CB8AC3E}">
        <p14:creationId xmlns:p14="http://schemas.microsoft.com/office/powerpoint/2010/main" val="1251834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9C0DE-E4A9-DD11-EEAC-7286B77511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0ED7AF-EB0A-3D2E-8F82-63B1FAF4F3EA}"/>
              </a:ext>
            </a:extLst>
          </p:cNvPr>
          <p:cNvSpPr txBox="1"/>
          <p:nvPr/>
        </p:nvSpPr>
        <p:spPr>
          <a:xfrm>
            <a:off x="655090" y="2210940"/>
            <a:ext cx="15080776" cy="5944128"/>
          </a:xfrm>
          <a:prstGeom prst="rect">
            <a:avLst/>
          </a:prstGeom>
          <a:noFill/>
        </p:spPr>
        <p:txBody>
          <a:bodyPr wrap="square">
            <a:spAutoFit/>
          </a:bodyPr>
          <a:lstStyle/>
          <a:p>
            <a:pPr algn="l">
              <a:lnSpc>
                <a:spcPts val="2400"/>
              </a:lnSpc>
              <a:buNone/>
            </a:pPr>
            <a:r>
              <a:rPr lang="en-US" sz="3300" b="1" i="0" dirty="0">
                <a:solidFill>
                  <a:schemeClr val="tx1">
                    <a:lumMod val="75000"/>
                  </a:schemeClr>
                </a:solidFill>
                <a:effectLst/>
                <a:latin typeface="+mj-lt"/>
              </a:rPr>
              <a:t>Plot D</a:t>
            </a:r>
            <a:r>
              <a:rPr lang="en-US" sz="3300" b="1" dirty="0">
                <a:solidFill>
                  <a:schemeClr val="tx1">
                    <a:lumMod val="75000"/>
                  </a:schemeClr>
                </a:solidFill>
                <a:latin typeface="+mj-lt"/>
              </a:rPr>
              <a:t>istribution</a:t>
            </a:r>
            <a:endParaRPr lang="en-US" sz="3300" b="1" i="0" dirty="0">
              <a:solidFill>
                <a:schemeClr val="tx1">
                  <a:lumMod val="75000"/>
                </a:schemeClr>
              </a:solidFill>
              <a:effectLst/>
              <a:latin typeface="+mj-lt"/>
            </a:endParaRPr>
          </a:p>
          <a:p>
            <a:pPr algn="l">
              <a:lnSpc>
                <a:spcPts val="2400"/>
              </a:lnSpc>
              <a:buNone/>
            </a:pPr>
            <a:endParaRPr lang="en-US" sz="3300" b="0" i="0" dirty="0">
              <a:solidFill>
                <a:schemeClr val="tx1">
                  <a:lumMod val="75000"/>
                </a:schemeClr>
              </a:solidFill>
              <a:effectLst/>
              <a:latin typeface="+mj-lt"/>
            </a:endParaRPr>
          </a:p>
          <a:p>
            <a:pPr algn="l">
              <a:lnSpc>
                <a:spcPts val="2400"/>
              </a:lnSpc>
              <a:buNone/>
            </a:pPr>
            <a:endParaRPr lang="en-US" sz="3300" dirty="0">
              <a:solidFill>
                <a:schemeClr val="tx1">
                  <a:lumMod val="75000"/>
                </a:schemeClr>
              </a:solidFill>
              <a:latin typeface="+mj-lt"/>
            </a:endParaRPr>
          </a:p>
          <a:p>
            <a:pPr algn="l">
              <a:lnSpc>
                <a:spcPts val="2400"/>
              </a:lnSpc>
              <a:buNone/>
            </a:pPr>
            <a:endParaRPr lang="en-US" sz="3300" b="0" i="0" dirty="0">
              <a:solidFill>
                <a:schemeClr val="tx1">
                  <a:lumMod val="75000"/>
                </a:schemeClr>
              </a:solidFill>
              <a:effectLst/>
              <a:latin typeface="+mj-lt"/>
            </a:endParaRPr>
          </a:p>
          <a:p>
            <a:pPr marL="457200" indent="-457200">
              <a:buFont typeface="Arial" panose="020B0604020202020204" pitchFamily="34" charset="0"/>
              <a:buChar char="•"/>
            </a:pPr>
            <a:r>
              <a:rPr lang="en-US" dirty="0"/>
              <a:t>Plot distribution plots for all the features and see if each of those distributions make sense to you.</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Lookout for outliers and sparse data.</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If you spot any surprising distributions, take a closer look at those features.</a:t>
            </a:r>
          </a:p>
          <a:p>
            <a:pPr marL="457200" indent="-457200">
              <a:buFont typeface="Arial" panose="020B0604020202020204" pitchFamily="34" charset="0"/>
              <a:buChar char="•"/>
            </a:pPr>
            <a:endParaRPr lang="en-US" dirty="0"/>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p:txBody>
      </p:sp>
      <p:sp>
        <p:nvSpPr>
          <p:cNvPr id="6" name="Title 5">
            <a:extLst>
              <a:ext uri="{FF2B5EF4-FFF2-40B4-BE49-F238E27FC236}">
                <a16:creationId xmlns:a16="http://schemas.microsoft.com/office/drawing/2014/main" id="{165724A5-C452-9561-4B4D-3F45078D3E77}"/>
              </a:ext>
            </a:extLst>
          </p:cNvPr>
          <p:cNvSpPr txBox="1">
            <a:spLocks/>
          </p:cNvSpPr>
          <p:nvPr/>
        </p:nvSpPr>
        <p:spPr>
          <a:xfrm>
            <a:off x="899301" y="657515"/>
            <a:ext cx="11847707" cy="880273"/>
          </a:xfrm>
          <a:prstGeom prst="rect">
            <a:avLst/>
          </a:prstGeom>
        </p:spPr>
        <p:txBody>
          <a:bodyPr vert="horz" lIns="0" tIns="0" rIns="0" bIns="0" rtlCol="0" anchor="ctr">
            <a:normAutofit/>
          </a:bodyPr>
          <a:lst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a:lstStyle>
          <a:p>
            <a:r>
              <a:rPr lang="en-US" sz="6000">
                <a:solidFill>
                  <a:srgbClr val="00673E"/>
                </a:solidFill>
                <a:latin typeface="+mn-lt"/>
                <a:cs typeface="Calibri" panose="020F0502020204030204" pitchFamily="34" charset="0"/>
              </a:rPr>
              <a:t>Data Understanding / Exploration</a:t>
            </a:r>
            <a:endParaRPr lang="en-US" sz="6000" dirty="0">
              <a:solidFill>
                <a:srgbClr val="00673E"/>
              </a:solidFill>
              <a:latin typeface="+mn-lt"/>
              <a:cs typeface="Calibri" panose="020F0502020204030204" pitchFamily="34" charset="0"/>
            </a:endParaRPr>
          </a:p>
        </p:txBody>
      </p:sp>
    </p:spTree>
    <p:extLst>
      <p:ext uri="{BB962C8B-B14F-4D97-AF65-F5344CB8AC3E}">
        <p14:creationId xmlns:p14="http://schemas.microsoft.com/office/powerpoint/2010/main" val="394729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138E-A204-AE64-3CDA-D3A7DAD72C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B5DED8-5C6E-AC72-5344-011963B2F241}"/>
              </a:ext>
            </a:extLst>
          </p:cNvPr>
          <p:cNvSpPr txBox="1"/>
          <p:nvPr/>
        </p:nvSpPr>
        <p:spPr>
          <a:xfrm>
            <a:off x="655090" y="2210940"/>
            <a:ext cx="15080776" cy="4990020"/>
          </a:xfrm>
          <a:prstGeom prst="rect">
            <a:avLst/>
          </a:prstGeom>
          <a:noFill/>
        </p:spPr>
        <p:txBody>
          <a:bodyPr wrap="square">
            <a:spAutoFit/>
          </a:bodyPr>
          <a:lstStyle/>
          <a:p>
            <a:pPr algn="l">
              <a:lnSpc>
                <a:spcPts val="2400"/>
              </a:lnSpc>
              <a:buNone/>
            </a:pPr>
            <a:r>
              <a:rPr lang="en-US" sz="3300" b="1" dirty="0">
                <a:solidFill>
                  <a:schemeClr val="tx1">
                    <a:lumMod val="75000"/>
                  </a:schemeClr>
                </a:solidFill>
                <a:latin typeface="+mj-lt"/>
              </a:rPr>
              <a:t>Correlation</a:t>
            </a:r>
            <a:endParaRPr lang="en-US" sz="3300" b="1" i="0" dirty="0">
              <a:solidFill>
                <a:schemeClr val="tx1">
                  <a:lumMod val="75000"/>
                </a:schemeClr>
              </a:solidFill>
              <a:effectLst/>
              <a:latin typeface="+mj-lt"/>
            </a:endParaRPr>
          </a:p>
          <a:p>
            <a:pPr algn="l">
              <a:lnSpc>
                <a:spcPts val="2400"/>
              </a:lnSpc>
              <a:buNone/>
            </a:pPr>
            <a:endParaRPr lang="en-US" sz="3300" b="0" i="0" dirty="0">
              <a:solidFill>
                <a:schemeClr val="tx1">
                  <a:lumMod val="75000"/>
                </a:schemeClr>
              </a:solidFill>
              <a:effectLst/>
              <a:latin typeface="+mj-lt"/>
            </a:endParaRPr>
          </a:p>
          <a:p>
            <a:pPr algn="l">
              <a:lnSpc>
                <a:spcPts val="2400"/>
              </a:lnSpc>
              <a:buNone/>
            </a:pPr>
            <a:endParaRPr lang="en-US" sz="3300" dirty="0">
              <a:solidFill>
                <a:schemeClr val="tx1">
                  <a:lumMod val="75000"/>
                </a:schemeClr>
              </a:solidFill>
              <a:latin typeface="+mj-lt"/>
            </a:endParaRPr>
          </a:p>
          <a:p>
            <a:pPr algn="l">
              <a:lnSpc>
                <a:spcPts val="2400"/>
              </a:lnSpc>
              <a:buNone/>
            </a:pPr>
            <a:endParaRPr lang="en-US" sz="3300" b="0" i="0" dirty="0">
              <a:solidFill>
                <a:schemeClr val="tx1">
                  <a:lumMod val="75000"/>
                </a:schemeClr>
              </a:solidFill>
              <a:effectLst/>
              <a:latin typeface="+mj-lt"/>
            </a:endParaRPr>
          </a:p>
          <a:p>
            <a:pPr marL="457200" indent="-457200">
              <a:buFont typeface="Arial" panose="020B0604020202020204" pitchFamily="34" charset="0"/>
              <a:buChar char="•"/>
            </a:pPr>
            <a:r>
              <a:rPr lang="en-US" dirty="0"/>
              <a:t>Segment categorical features and/or the target variable.</a:t>
            </a:r>
            <a:endParaRPr lang="en-US" b="1"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Check for correlations between the features by plotting a correlation matrix.</a:t>
            </a:r>
          </a:p>
          <a:p>
            <a:endParaRPr lang="en-US" dirty="0"/>
          </a:p>
          <a:p>
            <a:pPr marL="457200" indent="-457200">
              <a:buFont typeface="Arial" panose="020B0604020202020204" pitchFamily="34" charset="0"/>
              <a:buChar char="•"/>
            </a:pPr>
            <a:endParaRPr lang="en-US" dirty="0"/>
          </a:p>
          <a:p>
            <a:pPr marL="457200" indent="-457200" algn="l">
              <a:lnSpc>
                <a:spcPts val="2400"/>
              </a:lnSpc>
              <a:buFont typeface="Arial" panose="020B0604020202020204" pitchFamily="34" charset="0"/>
              <a:buChar char="•"/>
            </a:pPr>
            <a:endParaRPr lang="en-US" sz="3300" b="0" i="0" dirty="0">
              <a:solidFill>
                <a:schemeClr val="tx1">
                  <a:lumMod val="75000"/>
                </a:schemeClr>
              </a:solidFill>
              <a:effectLst/>
              <a:latin typeface="+mj-lt"/>
            </a:endParaRPr>
          </a:p>
        </p:txBody>
      </p:sp>
      <p:sp>
        <p:nvSpPr>
          <p:cNvPr id="6" name="Title 5">
            <a:extLst>
              <a:ext uri="{FF2B5EF4-FFF2-40B4-BE49-F238E27FC236}">
                <a16:creationId xmlns:a16="http://schemas.microsoft.com/office/drawing/2014/main" id="{ACC0B3EA-A84C-BBBF-3626-2B49247607EA}"/>
              </a:ext>
            </a:extLst>
          </p:cNvPr>
          <p:cNvSpPr>
            <a:spLocks noGrp="1"/>
          </p:cNvSpPr>
          <p:nvPr>
            <p:ph type="title"/>
          </p:nvPr>
        </p:nvSpPr>
        <p:spPr>
          <a:xfrm>
            <a:off x="899301" y="657515"/>
            <a:ext cx="11847707" cy="880273"/>
          </a:xfrm>
        </p:spPr>
        <p:txBody>
          <a:bodyPr>
            <a:normAutofit/>
          </a:bodyPr>
          <a:lstStyle/>
          <a:p>
            <a:r>
              <a:rPr lang="en-US" sz="6000" dirty="0">
                <a:solidFill>
                  <a:srgbClr val="00673E"/>
                </a:solidFill>
                <a:latin typeface="+mn-lt"/>
                <a:cs typeface="Calibri" panose="020F0502020204030204" pitchFamily="34" charset="0"/>
              </a:rPr>
              <a:t>Data Understanding / Exploration</a:t>
            </a:r>
          </a:p>
        </p:txBody>
      </p:sp>
    </p:spTree>
    <p:extLst>
      <p:ext uri="{BB962C8B-B14F-4D97-AF65-F5344CB8AC3E}">
        <p14:creationId xmlns:p14="http://schemas.microsoft.com/office/powerpoint/2010/main" val="29570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A84A-7799-C52A-2262-79C9D58B04F3}"/>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C3CBFDE9-50C9-21EA-FD54-C42244368498}"/>
              </a:ext>
            </a:extLst>
          </p:cNvPr>
          <p:cNvSpPr>
            <a:spLocks noGrp="1"/>
          </p:cNvSpPr>
          <p:nvPr>
            <p:ph type="title"/>
          </p:nvPr>
        </p:nvSpPr>
        <p:spPr>
          <a:xfrm>
            <a:off x="899302" y="657515"/>
            <a:ext cx="6361308" cy="880273"/>
          </a:xfrm>
        </p:spPr>
        <p:txBody>
          <a:bodyPr>
            <a:normAutofit/>
          </a:bodyPr>
          <a:lstStyle/>
          <a:p>
            <a:r>
              <a:rPr lang="en-US" sz="6000" dirty="0">
                <a:solidFill>
                  <a:srgbClr val="00673E"/>
                </a:solidFill>
                <a:latin typeface="+mn-lt"/>
                <a:cs typeface="Calibri" panose="020F0502020204030204" pitchFamily="34" charset="0"/>
              </a:rPr>
              <a:t>Data Preparation</a:t>
            </a:r>
          </a:p>
        </p:txBody>
      </p:sp>
      <p:sp>
        <p:nvSpPr>
          <p:cNvPr id="3" name="TextBox 2">
            <a:extLst>
              <a:ext uri="{FF2B5EF4-FFF2-40B4-BE49-F238E27FC236}">
                <a16:creationId xmlns:a16="http://schemas.microsoft.com/office/drawing/2014/main" id="{A768C022-A355-E2F9-2CBB-E3C7628AC904}"/>
              </a:ext>
            </a:extLst>
          </p:cNvPr>
          <p:cNvSpPr txBox="1"/>
          <p:nvPr/>
        </p:nvSpPr>
        <p:spPr>
          <a:xfrm>
            <a:off x="655090" y="2210940"/>
            <a:ext cx="15080776" cy="6421181"/>
          </a:xfrm>
          <a:prstGeom prst="rect">
            <a:avLst/>
          </a:prstGeom>
          <a:noFill/>
        </p:spPr>
        <p:txBody>
          <a:bodyPr wrap="square">
            <a:spAutoFit/>
          </a:bodyPr>
          <a:lstStyle/>
          <a:p>
            <a:pPr algn="l">
              <a:lnSpc>
                <a:spcPts val="2400"/>
              </a:lnSpc>
              <a:buNone/>
            </a:pPr>
            <a:r>
              <a:rPr lang="en-US" sz="3300" b="1" i="0" dirty="0">
                <a:solidFill>
                  <a:schemeClr val="tx1">
                    <a:lumMod val="75000"/>
                  </a:schemeClr>
                </a:solidFill>
                <a:effectLst/>
                <a:latin typeface="+mj-lt"/>
              </a:rPr>
              <a:t>Data Cleaning</a:t>
            </a:r>
          </a:p>
          <a:p>
            <a:pPr algn="l">
              <a:lnSpc>
                <a:spcPts val="2400"/>
              </a:lnSpc>
              <a:buNone/>
            </a:pPr>
            <a:endParaRPr lang="en-US" sz="3300" b="0" i="0" dirty="0">
              <a:solidFill>
                <a:schemeClr val="tx1">
                  <a:lumMod val="75000"/>
                </a:schemeClr>
              </a:solidFill>
              <a:effectLst/>
              <a:latin typeface="+mj-lt"/>
            </a:endParaRPr>
          </a:p>
          <a:p>
            <a:pPr algn="l">
              <a:lnSpc>
                <a:spcPts val="2400"/>
              </a:lnSpc>
              <a:buNone/>
            </a:pPr>
            <a:endParaRPr lang="en-US" sz="3300" dirty="0">
              <a:solidFill>
                <a:schemeClr val="tx1">
                  <a:lumMod val="75000"/>
                </a:schemeClr>
              </a:solidFill>
              <a:latin typeface="+mj-lt"/>
            </a:endParaRPr>
          </a:p>
          <a:p>
            <a:pPr algn="l">
              <a:lnSpc>
                <a:spcPts val="2400"/>
              </a:lnSpc>
              <a:buNone/>
            </a:pPr>
            <a:endParaRPr lang="en-US" sz="3300" b="0" i="0" dirty="0">
              <a:solidFill>
                <a:schemeClr val="tx1">
                  <a:lumMod val="75000"/>
                </a:schemeClr>
              </a:solidFill>
              <a:effectLst/>
              <a:latin typeface="+mj-lt"/>
            </a:endParaRPr>
          </a:p>
          <a:p>
            <a:pPr marL="457200" indent="-457200">
              <a:buFont typeface="Arial" panose="020B0604020202020204" pitchFamily="34" charset="0"/>
              <a:buChar char="•"/>
            </a:pPr>
            <a:r>
              <a:rPr lang="en-CA" dirty="0"/>
              <a:t>Drop duplicate observations.</a:t>
            </a:r>
          </a:p>
          <a:p>
            <a:pPr marL="457200" indent="-457200">
              <a:buFont typeface="Arial" panose="020B0604020202020204" pitchFamily="34" charset="0"/>
              <a:buChar char="•"/>
            </a:pPr>
            <a:endParaRPr lang="en-CA" b="1" dirty="0"/>
          </a:p>
          <a:p>
            <a:pPr marL="457200" indent="-457200">
              <a:buFont typeface="Arial" panose="020B0604020202020204" pitchFamily="34" charset="0"/>
              <a:buChar char="•"/>
            </a:pPr>
            <a:r>
              <a:rPr lang="en-CA" dirty="0"/>
              <a:t>Drop any irrelevant observations.</a:t>
            </a:r>
          </a:p>
          <a:p>
            <a:pPr marL="457200" indent="-457200">
              <a:buFont typeface="Arial" panose="020B0604020202020204" pitchFamily="34" charset="0"/>
              <a:buChar char="•"/>
            </a:pPr>
            <a:endParaRPr lang="en-US" b="1" dirty="0"/>
          </a:p>
          <a:p>
            <a:pPr marL="457200" indent="-457200">
              <a:buFont typeface="Arial" panose="020B0604020202020204" pitchFamily="34" charset="0"/>
              <a:buChar char="•"/>
            </a:pPr>
            <a:r>
              <a:rPr lang="en-US" dirty="0"/>
              <a:t>Consider dropping outliers. Remember, outliers are innocent until proven guilty, so make sure you have a good reason to remove each outlier.</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Label missing values in categorical features.</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Flag and fill missing values in numeric features.</a:t>
            </a:r>
          </a:p>
          <a:p>
            <a:pPr algn="l">
              <a:lnSpc>
                <a:spcPts val="2400"/>
              </a:lnSpc>
            </a:pPr>
            <a:endParaRPr lang="en-US" sz="3300" b="0" i="0" dirty="0">
              <a:solidFill>
                <a:schemeClr val="tx1">
                  <a:lumMod val="75000"/>
                </a:schemeClr>
              </a:solidFill>
              <a:effectLst/>
              <a:latin typeface="+mj-lt"/>
            </a:endParaRPr>
          </a:p>
        </p:txBody>
      </p:sp>
    </p:spTree>
    <p:extLst>
      <p:ext uri="{BB962C8B-B14F-4D97-AF65-F5344CB8AC3E}">
        <p14:creationId xmlns:p14="http://schemas.microsoft.com/office/powerpoint/2010/main" val="375066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BD9FB-84E7-CA58-2B6D-12C5E123AC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35E3E30-82CD-BDD6-1AE5-E0066230681F}"/>
              </a:ext>
            </a:extLst>
          </p:cNvPr>
          <p:cNvSpPr>
            <a:spLocks noGrp="1"/>
          </p:cNvSpPr>
          <p:nvPr>
            <p:ph type="title"/>
          </p:nvPr>
        </p:nvSpPr>
        <p:spPr>
          <a:xfrm>
            <a:off x="1087370" y="904509"/>
            <a:ext cx="11411018" cy="722679"/>
          </a:xfrm>
        </p:spPr>
        <p:txBody>
          <a:bodyPr/>
          <a:lstStyle/>
          <a:p>
            <a:r>
              <a:rPr lang="en-IN" dirty="0">
                <a:latin typeface="Avenir Medium" panose="02000503020000020003" pitchFamily="2" charset="0"/>
                <a:cs typeface="Calibri" panose="020F0502020204030204" pitchFamily="34" charset="0"/>
              </a:rPr>
              <a:t>Part 1 MCQs - Example</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9850E2E-96CD-2952-1EC2-F8518B466E1F}"/>
              </a:ext>
            </a:extLst>
          </p:cNvPr>
          <p:cNvSpPr>
            <a:spLocks noGrp="1"/>
          </p:cNvSpPr>
          <p:nvPr>
            <p:ph type="sldNum" sz="quarter" idx="19"/>
          </p:nvPr>
        </p:nvSpPr>
        <p:spPr>
          <a:xfrm>
            <a:off x="199082" y="8497455"/>
            <a:ext cx="529132" cy="486834"/>
          </a:xfrm>
        </p:spPr>
        <p:txBody>
          <a:bodyPr/>
          <a:lstStyle/>
          <a:p>
            <a:fld id="{DEF3F5F5-7776-394F-A41F-3BAFC9CC9F8E}" type="slidenum">
              <a:rPr lang="en-US" smtClean="0"/>
              <a:pPr/>
              <a:t>8</a:t>
            </a:fld>
            <a:endParaRPr lang="en-US" dirty="0"/>
          </a:p>
        </p:txBody>
      </p:sp>
      <p:graphicFrame>
        <p:nvGraphicFramePr>
          <p:cNvPr id="13" name="Table 12">
            <a:extLst>
              <a:ext uri="{FF2B5EF4-FFF2-40B4-BE49-F238E27FC236}">
                <a16:creationId xmlns:a16="http://schemas.microsoft.com/office/drawing/2014/main" id="{F20089FF-9260-21A1-EA86-0722386F2FA1}"/>
              </a:ext>
            </a:extLst>
          </p:cNvPr>
          <p:cNvGraphicFramePr>
            <a:graphicFrameLocks noGrp="1"/>
          </p:cNvGraphicFramePr>
          <p:nvPr>
            <p:extLst>
              <p:ext uri="{D42A27DB-BD31-4B8C-83A1-F6EECF244321}">
                <p14:modId xmlns:p14="http://schemas.microsoft.com/office/powerpoint/2010/main" val="4261025722"/>
              </p:ext>
            </p:extLst>
          </p:nvPr>
        </p:nvGraphicFramePr>
        <p:xfrm>
          <a:off x="527810" y="3748154"/>
          <a:ext cx="11714229" cy="2948940"/>
        </p:xfrm>
        <a:graphic>
          <a:graphicData uri="http://schemas.openxmlformats.org/drawingml/2006/table">
            <a:tbl>
              <a:tblPr/>
              <a:tblGrid>
                <a:gridCol w="583357">
                  <a:extLst>
                    <a:ext uri="{9D8B030D-6E8A-4147-A177-3AD203B41FA5}">
                      <a16:colId xmlns:a16="http://schemas.microsoft.com/office/drawing/2014/main" val="2608313360"/>
                    </a:ext>
                  </a:extLst>
                </a:gridCol>
                <a:gridCol w="11130872">
                  <a:extLst>
                    <a:ext uri="{9D8B030D-6E8A-4147-A177-3AD203B41FA5}">
                      <a16:colId xmlns:a16="http://schemas.microsoft.com/office/drawing/2014/main" val="2440605856"/>
                    </a:ext>
                  </a:extLst>
                </a:gridCol>
              </a:tblGrid>
              <a:tr h="0">
                <a:tc>
                  <a:txBody>
                    <a:bodyPr/>
                    <a:lstStyle/>
                    <a:p>
                      <a:pPr algn="l" fontAlgn="t">
                        <a:buNone/>
                      </a:pPr>
                      <a:endParaRPr lang="en-CA">
                        <a:effectLst/>
                      </a:endParaRPr>
                    </a:p>
                  </a:txBody>
                  <a:tcPr marL="19050" marR="19050" marT="19050" marB="19050">
                    <a:lnL>
                      <a:noFill/>
                    </a:lnL>
                    <a:lnR>
                      <a:noFill/>
                    </a:lnR>
                    <a:lnT>
                      <a:noFill/>
                    </a:lnT>
                    <a:lnB>
                      <a:noFill/>
                    </a:lnB>
                    <a:noFill/>
                  </a:tcPr>
                </a:tc>
                <a:tc>
                  <a:txBody>
                    <a:bodyPr/>
                    <a:lstStyle/>
                    <a:p>
                      <a:pPr algn="l" fontAlgn="b">
                        <a:buNone/>
                      </a:pPr>
                      <a:r>
                        <a:rPr lang="en-US" dirty="0">
                          <a:effectLst/>
                        </a:rPr>
                        <a:t>a. To reduce the variability of the sample</a:t>
                      </a:r>
                    </a:p>
                    <a:p>
                      <a:pPr algn="l" fontAlgn="b">
                        <a:buNone/>
                      </a:pPr>
                      <a:endParaRPr lang="en-US" dirty="0">
                        <a:effectLst/>
                      </a:endParaRPr>
                    </a:p>
                  </a:txBody>
                  <a:tcPr marL="19050" marR="19050" marT="19050" marB="19050" anchor="b">
                    <a:lnL>
                      <a:noFill/>
                    </a:lnL>
                    <a:lnR>
                      <a:noFill/>
                    </a:lnR>
                    <a:lnT>
                      <a:noFill/>
                    </a:lnT>
                    <a:lnB>
                      <a:noFill/>
                    </a:lnB>
                    <a:noFill/>
                  </a:tcPr>
                </a:tc>
                <a:extLst>
                  <a:ext uri="{0D108BD9-81ED-4DB2-BD59-A6C34878D82A}">
                    <a16:rowId xmlns:a16="http://schemas.microsoft.com/office/drawing/2014/main" val="3669103315"/>
                  </a:ext>
                </a:extLst>
              </a:tr>
              <a:tr h="0">
                <a:tc>
                  <a:txBody>
                    <a:bodyPr/>
                    <a:lstStyle/>
                    <a:p>
                      <a:pPr algn="l" fontAlgn="t">
                        <a:buNone/>
                      </a:pPr>
                      <a:endParaRPr lang="en-CA">
                        <a:effectLst/>
                      </a:endParaRPr>
                    </a:p>
                  </a:txBody>
                  <a:tcPr marL="19050" marR="19050" marT="19050" marB="19050">
                    <a:lnL>
                      <a:noFill/>
                    </a:lnL>
                    <a:lnR>
                      <a:noFill/>
                    </a:lnR>
                    <a:lnT>
                      <a:noFill/>
                    </a:lnT>
                    <a:lnB>
                      <a:noFill/>
                    </a:lnB>
                    <a:noFill/>
                  </a:tcPr>
                </a:tc>
                <a:tc>
                  <a:txBody>
                    <a:bodyPr/>
                    <a:lstStyle/>
                    <a:p>
                      <a:pPr algn="l" fontAlgn="b">
                        <a:buNone/>
                      </a:pPr>
                      <a:r>
                        <a:rPr lang="en-US" dirty="0">
                          <a:effectLst/>
                        </a:rPr>
                        <a:t>b. To ensure that each data point is equally represented.</a:t>
                      </a:r>
                    </a:p>
                    <a:p>
                      <a:pPr algn="l" fontAlgn="b">
                        <a:buNone/>
                      </a:pPr>
                      <a:endParaRPr lang="en-US" dirty="0">
                        <a:effectLst/>
                      </a:endParaRPr>
                    </a:p>
                    <a:p>
                      <a:pPr algn="l" fontAlgn="b">
                        <a:buNone/>
                      </a:pPr>
                      <a:r>
                        <a:rPr lang="en-US" dirty="0">
                          <a:effectLst/>
                        </a:rPr>
                        <a:t>c. To reduce the cost of collecting data</a:t>
                      </a:r>
                    </a:p>
                  </a:txBody>
                  <a:tcPr marL="19050" marR="19050" marT="19050" marB="19050" anchor="b">
                    <a:lnL>
                      <a:noFill/>
                    </a:lnL>
                    <a:lnR>
                      <a:noFill/>
                    </a:lnR>
                    <a:lnT>
                      <a:noFill/>
                    </a:lnT>
                    <a:lnB>
                      <a:noFill/>
                    </a:lnB>
                    <a:noFill/>
                  </a:tcPr>
                </a:tc>
                <a:extLst>
                  <a:ext uri="{0D108BD9-81ED-4DB2-BD59-A6C34878D82A}">
                    <a16:rowId xmlns:a16="http://schemas.microsoft.com/office/drawing/2014/main" val="201271477"/>
                  </a:ext>
                </a:extLst>
              </a:tr>
              <a:tr h="0">
                <a:tc>
                  <a:txBody>
                    <a:bodyPr/>
                    <a:lstStyle/>
                    <a:p>
                      <a:pPr algn="l" fontAlgn="t">
                        <a:buNone/>
                      </a:pPr>
                      <a:endParaRPr lang="en-CA">
                        <a:effectLst/>
                      </a:endParaRPr>
                    </a:p>
                  </a:txBody>
                  <a:tcPr marL="19050" marR="19050" marT="19050" marB="19050">
                    <a:lnL>
                      <a:noFill/>
                    </a:lnL>
                    <a:lnR>
                      <a:noFill/>
                    </a:lnR>
                    <a:lnT>
                      <a:noFill/>
                    </a:lnT>
                    <a:lnB>
                      <a:noFill/>
                    </a:lnB>
                    <a:solidFill>
                      <a:srgbClr val="E7E7E7"/>
                    </a:solidFill>
                  </a:tcPr>
                </a:tc>
                <a:tc>
                  <a:txBody>
                    <a:bodyPr/>
                    <a:lstStyle/>
                    <a:p>
                      <a:pPr algn="l" fontAlgn="b">
                        <a:buNone/>
                      </a:pPr>
                      <a:endParaRPr lang="en-US" dirty="0">
                        <a:effectLst/>
                      </a:endParaRPr>
                    </a:p>
                  </a:txBody>
                  <a:tcPr marL="19050" marR="19050" marT="19050" marB="19050" anchor="b">
                    <a:lnL>
                      <a:noFill/>
                    </a:lnL>
                    <a:lnR>
                      <a:noFill/>
                    </a:lnR>
                    <a:lnT>
                      <a:noFill/>
                    </a:lnT>
                    <a:lnB>
                      <a:noFill/>
                    </a:lnB>
                    <a:solidFill>
                      <a:srgbClr val="E7E7E7"/>
                    </a:solidFill>
                  </a:tcPr>
                </a:tc>
                <a:extLst>
                  <a:ext uri="{0D108BD9-81ED-4DB2-BD59-A6C34878D82A}">
                    <a16:rowId xmlns:a16="http://schemas.microsoft.com/office/drawing/2014/main" val="3076009473"/>
                  </a:ext>
                </a:extLst>
              </a:tr>
            </a:tbl>
          </a:graphicData>
        </a:graphic>
      </p:graphicFrame>
      <p:sp>
        <p:nvSpPr>
          <p:cNvPr id="14" name="Rectangle 1">
            <a:extLst>
              <a:ext uri="{FF2B5EF4-FFF2-40B4-BE49-F238E27FC236}">
                <a16:creationId xmlns:a16="http://schemas.microsoft.com/office/drawing/2014/main" id="{B3A5D205-DA15-A26A-D7DC-CFD206C76C65}"/>
              </a:ext>
            </a:extLst>
          </p:cNvPr>
          <p:cNvSpPr>
            <a:spLocks noChangeArrowheads="1"/>
          </p:cNvSpPr>
          <p:nvPr/>
        </p:nvSpPr>
        <p:spPr bwMode="auto">
          <a:xfrm>
            <a:off x="450376" y="2698789"/>
            <a:ext cx="1475323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300" b="0" i="0" u="none" strike="noStrike" cap="none" normalizeH="0" baseline="0" dirty="0">
                <a:ln>
                  <a:noFill/>
                </a:ln>
                <a:solidFill>
                  <a:srgbClr val="202122"/>
                </a:solidFill>
                <a:effectLst/>
              </a:rPr>
              <a:t>What is the main objective of random Sampling?</a:t>
            </a:r>
            <a:endParaRPr kumimoji="0" lang="en-US" altLang="en-US" sz="33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3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49233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6095C-7796-1CF6-D7A0-30993FCE7A3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BD85DF0-3239-81C7-8C0A-A97A83DFBD25}"/>
              </a:ext>
            </a:extLst>
          </p:cNvPr>
          <p:cNvSpPr>
            <a:spLocks noGrp="1"/>
          </p:cNvSpPr>
          <p:nvPr>
            <p:ph type="title"/>
          </p:nvPr>
        </p:nvSpPr>
        <p:spPr>
          <a:xfrm>
            <a:off x="1087370" y="904509"/>
            <a:ext cx="11411018" cy="722679"/>
          </a:xfrm>
        </p:spPr>
        <p:txBody>
          <a:bodyPr/>
          <a:lstStyle/>
          <a:p>
            <a:r>
              <a:rPr lang="en-IN" dirty="0">
                <a:latin typeface="Avenir Medium" panose="02000503020000020003" pitchFamily="2" charset="0"/>
                <a:cs typeface="Calibri" panose="020F0502020204030204" pitchFamily="34" charset="0"/>
              </a:rPr>
              <a:t>Part 1 MCQs – Example (Multiselect)</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a:extLst>
              <a:ext uri="{FF2B5EF4-FFF2-40B4-BE49-F238E27FC236}">
                <a16:creationId xmlns:a16="http://schemas.microsoft.com/office/drawing/2014/main" id="{F9C3E07D-66DF-32B3-5C4E-675961F98290}"/>
              </a:ext>
            </a:extLst>
          </p:cNvPr>
          <p:cNvSpPr>
            <a:spLocks noGrp="1"/>
          </p:cNvSpPr>
          <p:nvPr>
            <p:ph type="sldNum" sz="quarter" idx="19"/>
          </p:nvPr>
        </p:nvSpPr>
        <p:spPr>
          <a:xfrm>
            <a:off x="199082" y="8497455"/>
            <a:ext cx="529132" cy="486834"/>
          </a:xfrm>
        </p:spPr>
        <p:txBody>
          <a:bodyPr/>
          <a:lstStyle/>
          <a:p>
            <a:fld id="{DEF3F5F5-7776-394F-A41F-3BAFC9CC9F8E}" type="slidenum">
              <a:rPr lang="en-US" smtClean="0"/>
              <a:pPr/>
              <a:t>9</a:t>
            </a:fld>
            <a:endParaRPr lang="en-US" dirty="0"/>
          </a:p>
        </p:txBody>
      </p:sp>
      <p:graphicFrame>
        <p:nvGraphicFramePr>
          <p:cNvPr id="2" name="Table 1">
            <a:extLst>
              <a:ext uri="{FF2B5EF4-FFF2-40B4-BE49-F238E27FC236}">
                <a16:creationId xmlns:a16="http://schemas.microsoft.com/office/drawing/2014/main" id="{D04D1E45-AC45-DAB7-6DB7-C937BB7E5B4B}"/>
              </a:ext>
            </a:extLst>
          </p:cNvPr>
          <p:cNvGraphicFramePr>
            <a:graphicFrameLocks noGrp="1"/>
          </p:cNvGraphicFramePr>
          <p:nvPr>
            <p:extLst>
              <p:ext uri="{D42A27DB-BD31-4B8C-83A1-F6EECF244321}">
                <p14:modId xmlns:p14="http://schemas.microsoft.com/office/powerpoint/2010/main" val="976866955"/>
              </p:ext>
            </p:extLst>
          </p:nvPr>
        </p:nvGraphicFramePr>
        <p:xfrm>
          <a:off x="504967" y="3479786"/>
          <a:ext cx="13606817" cy="4446075"/>
        </p:xfrm>
        <a:graphic>
          <a:graphicData uri="http://schemas.openxmlformats.org/drawingml/2006/table">
            <a:tbl>
              <a:tblPr/>
              <a:tblGrid>
                <a:gridCol w="677604">
                  <a:extLst>
                    <a:ext uri="{9D8B030D-6E8A-4147-A177-3AD203B41FA5}">
                      <a16:colId xmlns:a16="http://schemas.microsoft.com/office/drawing/2014/main" val="3915667231"/>
                    </a:ext>
                  </a:extLst>
                </a:gridCol>
                <a:gridCol w="12929213">
                  <a:extLst>
                    <a:ext uri="{9D8B030D-6E8A-4147-A177-3AD203B41FA5}">
                      <a16:colId xmlns:a16="http://schemas.microsoft.com/office/drawing/2014/main" val="739303258"/>
                    </a:ext>
                  </a:extLst>
                </a:gridCol>
              </a:tblGrid>
              <a:tr h="674217">
                <a:tc>
                  <a:txBody>
                    <a:bodyPr/>
                    <a:lstStyle/>
                    <a:p>
                      <a:pPr algn="l" fontAlgn="t">
                        <a:buNone/>
                      </a:pPr>
                      <a:endParaRPr lang="en-CA">
                        <a:effectLst/>
                      </a:endParaRPr>
                    </a:p>
                  </a:txBody>
                  <a:tcPr marL="19050" marR="19050" marT="19050" marB="19050">
                    <a:lnL>
                      <a:noFill/>
                    </a:lnL>
                    <a:lnR>
                      <a:noFill/>
                    </a:lnR>
                    <a:lnT>
                      <a:noFill/>
                    </a:lnT>
                    <a:lnB>
                      <a:noFill/>
                    </a:lnB>
                    <a:noFill/>
                  </a:tcPr>
                </a:tc>
                <a:tc>
                  <a:txBody>
                    <a:bodyPr/>
                    <a:lstStyle/>
                    <a:p>
                      <a:pPr algn="l" fontAlgn="b">
                        <a:buNone/>
                      </a:pPr>
                      <a:r>
                        <a:rPr lang="en-US" dirty="0">
                          <a:effectLst/>
                        </a:rPr>
                        <a:t>a. Height of 20 students - Population Data</a:t>
                      </a:r>
                    </a:p>
                    <a:p>
                      <a:pPr algn="l" fontAlgn="b">
                        <a:buNone/>
                      </a:pPr>
                      <a:endParaRPr lang="en-US" dirty="0">
                        <a:effectLst/>
                      </a:endParaRPr>
                    </a:p>
                  </a:txBody>
                  <a:tcPr marL="19050" marR="19050" marT="19050" marB="19050" anchor="b">
                    <a:lnL>
                      <a:noFill/>
                    </a:lnL>
                    <a:lnR>
                      <a:noFill/>
                    </a:lnR>
                    <a:lnT>
                      <a:noFill/>
                    </a:lnT>
                    <a:lnB>
                      <a:noFill/>
                    </a:lnB>
                    <a:noFill/>
                  </a:tcPr>
                </a:tc>
                <a:extLst>
                  <a:ext uri="{0D108BD9-81ED-4DB2-BD59-A6C34878D82A}">
                    <a16:rowId xmlns:a16="http://schemas.microsoft.com/office/drawing/2014/main" val="83449064"/>
                  </a:ext>
                </a:extLst>
              </a:tr>
              <a:tr h="674217">
                <a:tc>
                  <a:txBody>
                    <a:bodyPr/>
                    <a:lstStyle/>
                    <a:p>
                      <a:pPr algn="l" fontAlgn="t">
                        <a:buNone/>
                      </a:pPr>
                      <a:endParaRPr lang="en-CA">
                        <a:effectLst/>
                      </a:endParaRPr>
                    </a:p>
                  </a:txBody>
                  <a:tcPr marL="19050" marR="19050" marT="19050" marB="19050">
                    <a:lnL>
                      <a:noFill/>
                    </a:lnL>
                    <a:lnR>
                      <a:noFill/>
                    </a:lnR>
                    <a:lnT>
                      <a:noFill/>
                    </a:lnT>
                    <a:lnB>
                      <a:noFill/>
                    </a:lnB>
                    <a:noFill/>
                  </a:tcPr>
                </a:tc>
                <a:tc>
                  <a:txBody>
                    <a:bodyPr/>
                    <a:lstStyle/>
                    <a:p>
                      <a:pPr algn="l" fontAlgn="b">
                        <a:buNone/>
                      </a:pPr>
                      <a:r>
                        <a:rPr lang="en-US" dirty="0">
                          <a:effectLst/>
                        </a:rPr>
                        <a:t>b. Height of all the 100 students - Population Data</a:t>
                      </a:r>
                    </a:p>
                    <a:p>
                      <a:pPr algn="l" fontAlgn="b">
                        <a:buNone/>
                      </a:pPr>
                      <a:endParaRPr lang="en-US" dirty="0">
                        <a:effectLst/>
                      </a:endParaRPr>
                    </a:p>
                  </a:txBody>
                  <a:tcPr marL="19050" marR="19050" marT="19050" marB="19050" anchor="b">
                    <a:lnL>
                      <a:noFill/>
                    </a:lnL>
                    <a:lnR>
                      <a:noFill/>
                    </a:lnR>
                    <a:lnT>
                      <a:noFill/>
                    </a:lnT>
                    <a:lnB>
                      <a:noFill/>
                    </a:lnB>
                    <a:noFill/>
                  </a:tcPr>
                </a:tc>
                <a:extLst>
                  <a:ext uri="{0D108BD9-81ED-4DB2-BD59-A6C34878D82A}">
                    <a16:rowId xmlns:a16="http://schemas.microsoft.com/office/drawing/2014/main" val="3570221125"/>
                  </a:ext>
                </a:extLst>
              </a:tr>
              <a:tr h="998260">
                <a:tc>
                  <a:txBody>
                    <a:bodyPr/>
                    <a:lstStyle/>
                    <a:p>
                      <a:pPr algn="l" fontAlgn="t">
                        <a:buNone/>
                      </a:pPr>
                      <a:endParaRPr lang="en-CA">
                        <a:effectLst/>
                      </a:endParaRPr>
                    </a:p>
                  </a:txBody>
                  <a:tcPr marL="19050" marR="19050" marT="19050" marB="19050">
                    <a:lnL>
                      <a:noFill/>
                    </a:lnL>
                    <a:lnR>
                      <a:noFill/>
                    </a:lnR>
                    <a:lnT>
                      <a:noFill/>
                    </a:lnT>
                    <a:lnB>
                      <a:noFill/>
                    </a:lnB>
                    <a:noFill/>
                  </a:tcPr>
                </a:tc>
                <a:tc>
                  <a:txBody>
                    <a:bodyPr/>
                    <a:lstStyle/>
                    <a:p>
                      <a:pPr algn="l" fontAlgn="b">
                        <a:buNone/>
                      </a:pPr>
                      <a:r>
                        <a:rPr lang="en-US" dirty="0">
                          <a:effectLst/>
                        </a:rPr>
                        <a:t>c. Height of 20 students - Sample Data</a:t>
                      </a:r>
                    </a:p>
                    <a:p>
                      <a:pPr algn="l" fontAlgn="b">
                        <a:buNone/>
                      </a:pPr>
                      <a:endParaRPr lang="en-US" dirty="0">
                        <a:effectLst/>
                      </a:endParaRPr>
                    </a:p>
                    <a:p>
                      <a:pPr algn="l" fontAlgn="b">
                        <a:buNone/>
                      </a:pPr>
                      <a:r>
                        <a:rPr lang="en-US" dirty="0">
                          <a:effectLst/>
                        </a:rPr>
                        <a:t>d. Height of all hundred student – Sample Data</a:t>
                      </a:r>
                    </a:p>
                  </a:txBody>
                  <a:tcPr marL="19050" marR="19050" marT="19050" marB="19050" anchor="b">
                    <a:lnL>
                      <a:noFill/>
                    </a:lnL>
                    <a:lnR>
                      <a:noFill/>
                    </a:lnR>
                    <a:lnT>
                      <a:noFill/>
                    </a:lnT>
                    <a:lnB>
                      <a:noFill/>
                    </a:lnB>
                    <a:noFill/>
                  </a:tcPr>
                </a:tc>
                <a:extLst>
                  <a:ext uri="{0D108BD9-81ED-4DB2-BD59-A6C34878D82A}">
                    <a16:rowId xmlns:a16="http://schemas.microsoft.com/office/drawing/2014/main" val="361488688"/>
                  </a:ext>
                </a:extLst>
              </a:tr>
              <a:tr h="1024695">
                <a:tc>
                  <a:txBody>
                    <a:bodyPr/>
                    <a:lstStyle/>
                    <a:p>
                      <a:pPr algn="l" fontAlgn="t">
                        <a:buNone/>
                      </a:pPr>
                      <a:endParaRPr lang="en-CA">
                        <a:effectLst/>
                      </a:endParaRPr>
                    </a:p>
                  </a:txBody>
                  <a:tcPr marL="19050" marR="19050" marT="19050" marB="19050">
                    <a:lnL>
                      <a:noFill/>
                    </a:lnL>
                    <a:lnR>
                      <a:noFill/>
                    </a:lnR>
                    <a:lnT>
                      <a:noFill/>
                    </a:lnT>
                    <a:lnB>
                      <a:noFill/>
                    </a:lnB>
                    <a:solidFill>
                      <a:srgbClr val="E7E7E7"/>
                    </a:solidFill>
                  </a:tcPr>
                </a:tc>
                <a:tc>
                  <a:txBody>
                    <a:bodyPr/>
                    <a:lstStyle/>
                    <a:p>
                      <a:pPr algn="l" fontAlgn="b">
                        <a:buNone/>
                      </a:pPr>
                      <a:endParaRPr lang="en-US" dirty="0">
                        <a:effectLst/>
                      </a:endParaRPr>
                    </a:p>
                  </a:txBody>
                  <a:tcPr marL="19050" marR="19050" marT="19050" marB="19050" anchor="b">
                    <a:lnL>
                      <a:noFill/>
                    </a:lnL>
                    <a:lnR>
                      <a:noFill/>
                    </a:lnR>
                    <a:lnT>
                      <a:noFill/>
                    </a:lnT>
                    <a:lnB>
                      <a:noFill/>
                    </a:lnB>
                    <a:solidFill>
                      <a:srgbClr val="E7E7E7"/>
                    </a:solidFill>
                  </a:tcPr>
                </a:tc>
                <a:extLst>
                  <a:ext uri="{0D108BD9-81ED-4DB2-BD59-A6C34878D82A}">
                    <a16:rowId xmlns:a16="http://schemas.microsoft.com/office/drawing/2014/main" val="3107351363"/>
                  </a:ext>
                </a:extLst>
              </a:tr>
            </a:tbl>
          </a:graphicData>
        </a:graphic>
      </p:graphicFrame>
      <p:sp>
        <p:nvSpPr>
          <p:cNvPr id="3" name="Rectangle 1">
            <a:extLst>
              <a:ext uri="{FF2B5EF4-FFF2-40B4-BE49-F238E27FC236}">
                <a16:creationId xmlns:a16="http://schemas.microsoft.com/office/drawing/2014/main" id="{154E86EE-3894-138D-D2E8-756583296091}"/>
              </a:ext>
            </a:extLst>
          </p:cNvPr>
          <p:cNvSpPr>
            <a:spLocks noChangeArrowheads="1"/>
          </p:cNvSpPr>
          <p:nvPr/>
        </p:nvSpPr>
        <p:spPr bwMode="auto">
          <a:xfrm>
            <a:off x="199082" y="1690815"/>
            <a:ext cx="156732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02122"/>
                </a:solidFill>
                <a:effectLst/>
              </a:rPr>
              <a:t>A school wants to survey the variance of height among students. Out of 100 students, the height of 20 students was measured."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rgbClr val="202122"/>
              </a:solidFill>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02122"/>
                </a:solidFill>
                <a:effectLst/>
              </a:rPr>
              <a:t>please choose the correct combinations: [</a:t>
            </a:r>
            <a:r>
              <a:rPr kumimoji="0" lang="en-US" altLang="en-US" sz="2400" b="1" i="0" u="none" strike="noStrike" cap="none" normalizeH="0" baseline="0" dirty="0">
                <a:ln>
                  <a:noFill/>
                </a:ln>
                <a:solidFill>
                  <a:srgbClr val="202122"/>
                </a:solidFill>
                <a:effectLst/>
              </a:rPr>
              <a:t>Select all that apply</a:t>
            </a:r>
            <a:r>
              <a:rPr kumimoji="0" lang="en-US" altLang="en-US" sz="2400" b="0" i="0" u="none" strike="noStrike" cap="none" normalizeH="0" baseline="0" dirty="0">
                <a:ln>
                  <a:noFill/>
                </a:ln>
                <a:solidFill>
                  <a:srgbClr val="202122"/>
                </a:solidFill>
                <a:effectLst/>
              </a:rPr>
              <a:t>]</a:t>
            </a:r>
          </a:p>
        </p:txBody>
      </p:sp>
    </p:spTree>
    <p:extLst>
      <p:ext uri="{BB962C8B-B14F-4D97-AF65-F5344CB8AC3E}">
        <p14:creationId xmlns:p14="http://schemas.microsoft.com/office/powerpoint/2010/main" val="3735077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FE322-938C-3107-7551-4D21B5466D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7A5722-8C7F-AB6D-F05D-49FD2E118DFE}"/>
              </a:ext>
            </a:extLst>
          </p:cNvPr>
          <p:cNvSpPr>
            <a:spLocks noGrp="1"/>
          </p:cNvSpPr>
          <p:nvPr>
            <p:ph type="title"/>
          </p:nvPr>
        </p:nvSpPr>
        <p:spPr>
          <a:xfrm>
            <a:off x="1087370" y="904509"/>
            <a:ext cx="11411018" cy="722679"/>
          </a:xfrm>
        </p:spPr>
        <p:txBody>
          <a:bodyPr/>
          <a:lstStyle/>
          <a:p>
            <a:r>
              <a:rPr lang="en-IN" dirty="0">
                <a:latin typeface="Avenir Medium" panose="02000503020000020003" pitchFamily="2" charset="0"/>
                <a:cs typeface="Calibri" panose="020F0502020204030204" pitchFamily="34" charset="0"/>
              </a:rPr>
              <a:t>Part 1 MCQs - Example</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a:extLst>
              <a:ext uri="{FF2B5EF4-FFF2-40B4-BE49-F238E27FC236}">
                <a16:creationId xmlns:a16="http://schemas.microsoft.com/office/drawing/2014/main" id="{E4A3CD15-6E62-B357-EB9C-B315C636E45C}"/>
              </a:ext>
            </a:extLst>
          </p:cNvPr>
          <p:cNvSpPr>
            <a:spLocks noGrp="1"/>
          </p:cNvSpPr>
          <p:nvPr>
            <p:ph type="sldNum" sz="quarter" idx="19"/>
          </p:nvPr>
        </p:nvSpPr>
        <p:spPr>
          <a:xfrm>
            <a:off x="199082" y="8497455"/>
            <a:ext cx="529132" cy="486834"/>
          </a:xfrm>
        </p:spPr>
        <p:txBody>
          <a:bodyPr/>
          <a:lstStyle/>
          <a:p>
            <a:fld id="{DEF3F5F5-7776-394F-A41F-3BAFC9CC9F8E}" type="slidenum">
              <a:rPr lang="en-US" smtClean="0"/>
              <a:pPr/>
              <a:t>10</a:t>
            </a:fld>
            <a:endParaRPr lang="en-US" dirty="0"/>
          </a:p>
        </p:txBody>
      </p:sp>
      <p:graphicFrame>
        <p:nvGraphicFramePr>
          <p:cNvPr id="2" name="Table 1">
            <a:extLst>
              <a:ext uri="{FF2B5EF4-FFF2-40B4-BE49-F238E27FC236}">
                <a16:creationId xmlns:a16="http://schemas.microsoft.com/office/drawing/2014/main" id="{78C8FDEC-9ECD-80C1-1ED7-FAF1D7F986AE}"/>
              </a:ext>
            </a:extLst>
          </p:cNvPr>
          <p:cNvGraphicFramePr>
            <a:graphicFrameLocks noGrp="1"/>
          </p:cNvGraphicFramePr>
          <p:nvPr>
            <p:extLst>
              <p:ext uri="{D42A27DB-BD31-4B8C-83A1-F6EECF244321}">
                <p14:modId xmlns:p14="http://schemas.microsoft.com/office/powerpoint/2010/main" val="2378766492"/>
              </p:ext>
            </p:extLst>
          </p:nvPr>
        </p:nvGraphicFramePr>
        <p:xfrm>
          <a:off x="900753" y="4224972"/>
          <a:ext cx="9523268" cy="1965960"/>
        </p:xfrm>
        <a:graphic>
          <a:graphicData uri="http://schemas.openxmlformats.org/drawingml/2006/table">
            <a:tbl>
              <a:tblPr/>
              <a:tblGrid>
                <a:gridCol w="474249">
                  <a:extLst>
                    <a:ext uri="{9D8B030D-6E8A-4147-A177-3AD203B41FA5}">
                      <a16:colId xmlns:a16="http://schemas.microsoft.com/office/drawing/2014/main" val="3638371547"/>
                    </a:ext>
                  </a:extLst>
                </a:gridCol>
                <a:gridCol w="9049019">
                  <a:extLst>
                    <a:ext uri="{9D8B030D-6E8A-4147-A177-3AD203B41FA5}">
                      <a16:colId xmlns:a16="http://schemas.microsoft.com/office/drawing/2014/main" val="3588473910"/>
                    </a:ext>
                  </a:extLst>
                </a:gridCol>
              </a:tblGrid>
              <a:tr h="0">
                <a:tc>
                  <a:txBody>
                    <a:bodyPr/>
                    <a:lstStyle/>
                    <a:p>
                      <a:pPr algn="l" fontAlgn="ctr">
                        <a:buNone/>
                      </a:pPr>
                      <a:endParaRPr lang="en-CA">
                        <a:effectLst/>
                      </a:endParaRPr>
                    </a:p>
                  </a:txBody>
                  <a:tcPr marL="19050" marR="19050" marT="19050" marB="19050" anchor="ctr">
                    <a:lnL>
                      <a:noFill/>
                    </a:lnL>
                    <a:lnR>
                      <a:noFill/>
                    </a:lnR>
                    <a:lnT>
                      <a:noFill/>
                    </a:lnT>
                    <a:lnB>
                      <a:noFill/>
                    </a:lnB>
                    <a:noFill/>
                  </a:tcPr>
                </a:tc>
                <a:tc>
                  <a:txBody>
                    <a:bodyPr/>
                    <a:lstStyle/>
                    <a:p>
                      <a:pPr algn="l" fontAlgn="b">
                        <a:buNone/>
                      </a:pPr>
                      <a:r>
                        <a:rPr lang="en-CA" dirty="0">
                          <a:effectLst/>
                        </a:rPr>
                        <a:t>a. True</a:t>
                      </a:r>
                    </a:p>
                    <a:p>
                      <a:pPr algn="l" fontAlgn="b">
                        <a:buNone/>
                      </a:pPr>
                      <a:endParaRPr lang="en-CA" dirty="0">
                        <a:effectLst/>
                      </a:endParaRPr>
                    </a:p>
                    <a:p>
                      <a:pPr algn="l" fontAlgn="b">
                        <a:buNone/>
                      </a:pPr>
                      <a:r>
                        <a:rPr lang="en-CA" dirty="0">
                          <a:effectLst/>
                        </a:rPr>
                        <a:t>b. False</a:t>
                      </a:r>
                    </a:p>
                  </a:txBody>
                  <a:tcPr marL="19050" marR="19050" marT="19050" marB="19050" anchor="b">
                    <a:lnL>
                      <a:noFill/>
                    </a:lnL>
                    <a:lnR>
                      <a:noFill/>
                    </a:lnR>
                    <a:lnT>
                      <a:noFill/>
                    </a:lnT>
                    <a:lnB>
                      <a:noFill/>
                    </a:lnB>
                    <a:noFill/>
                  </a:tcPr>
                </a:tc>
                <a:extLst>
                  <a:ext uri="{0D108BD9-81ED-4DB2-BD59-A6C34878D82A}">
                    <a16:rowId xmlns:a16="http://schemas.microsoft.com/office/drawing/2014/main" val="2759580698"/>
                  </a:ext>
                </a:extLst>
              </a:tr>
              <a:tr h="0">
                <a:tc>
                  <a:txBody>
                    <a:bodyPr/>
                    <a:lstStyle/>
                    <a:p>
                      <a:pPr algn="l" fontAlgn="ctr">
                        <a:buNone/>
                      </a:pPr>
                      <a:endParaRPr lang="en-CA">
                        <a:effectLst/>
                      </a:endParaRPr>
                    </a:p>
                  </a:txBody>
                  <a:tcPr marL="19050" marR="19050" marT="19050" marB="19050" anchor="ctr">
                    <a:lnL>
                      <a:noFill/>
                    </a:lnL>
                    <a:lnR>
                      <a:noFill/>
                    </a:lnR>
                    <a:lnT>
                      <a:noFill/>
                    </a:lnT>
                    <a:lnB>
                      <a:noFill/>
                    </a:lnB>
                    <a:solidFill>
                      <a:srgbClr val="E7E7E7"/>
                    </a:solidFill>
                  </a:tcPr>
                </a:tc>
                <a:tc>
                  <a:txBody>
                    <a:bodyPr/>
                    <a:lstStyle/>
                    <a:p>
                      <a:pPr algn="l" fontAlgn="b">
                        <a:buNone/>
                      </a:pPr>
                      <a:endParaRPr lang="en-CA" dirty="0">
                        <a:effectLst/>
                      </a:endParaRPr>
                    </a:p>
                  </a:txBody>
                  <a:tcPr marL="19050" marR="19050" marT="19050" marB="19050" anchor="b">
                    <a:lnL>
                      <a:noFill/>
                    </a:lnL>
                    <a:lnR>
                      <a:noFill/>
                    </a:lnR>
                    <a:lnT>
                      <a:noFill/>
                    </a:lnT>
                    <a:lnB>
                      <a:noFill/>
                    </a:lnB>
                    <a:solidFill>
                      <a:srgbClr val="E7E7E7"/>
                    </a:solidFill>
                  </a:tcPr>
                </a:tc>
                <a:extLst>
                  <a:ext uri="{0D108BD9-81ED-4DB2-BD59-A6C34878D82A}">
                    <a16:rowId xmlns:a16="http://schemas.microsoft.com/office/drawing/2014/main" val="3338669895"/>
                  </a:ext>
                </a:extLst>
              </a:tr>
            </a:tbl>
          </a:graphicData>
        </a:graphic>
      </p:graphicFrame>
      <p:sp>
        <p:nvSpPr>
          <p:cNvPr id="3" name="Rectangle 1">
            <a:extLst>
              <a:ext uri="{FF2B5EF4-FFF2-40B4-BE49-F238E27FC236}">
                <a16:creationId xmlns:a16="http://schemas.microsoft.com/office/drawing/2014/main" id="{0E3E094F-7875-B2A2-A6A3-D5684B192CD1}"/>
              </a:ext>
            </a:extLst>
          </p:cNvPr>
          <p:cNvSpPr>
            <a:spLocks noChangeArrowheads="1"/>
          </p:cNvSpPr>
          <p:nvPr/>
        </p:nvSpPr>
        <p:spPr bwMode="auto">
          <a:xfrm>
            <a:off x="729786" y="2355562"/>
            <a:ext cx="148423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202122"/>
                </a:solidFill>
                <a:effectLst/>
                <a:latin typeface="+mj-lt"/>
              </a:rPr>
              <a:t>BI problems tend to require highly structured data for accurate reporting.</a:t>
            </a:r>
            <a:endParaRPr kumimoji="0" lang="en-US" altLang="en-US" sz="36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42358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7AF98-591C-AF86-0E09-8F873EF9208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B355F11-4A3C-F239-A128-4CCC9207CD87}"/>
              </a:ext>
            </a:extLst>
          </p:cNvPr>
          <p:cNvSpPr>
            <a:spLocks noGrp="1"/>
          </p:cNvSpPr>
          <p:nvPr>
            <p:ph type="title"/>
          </p:nvPr>
        </p:nvSpPr>
        <p:spPr>
          <a:xfrm>
            <a:off x="1087370" y="904509"/>
            <a:ext cx="13529382" cy="6820124"/>
          </a:xfrm>
        </p:spPr>
        <p:txBody>
          <a:bodyPr/>
          <a:lstStyle/>
          <a:p>
            <a:r>
              <a:rPr lang="en-IN" dirty="0">
                <a:latin typeface="Avenir Medium" panose="02000503020000020003" pitchFamily="2" charset="0"/>
                <a:cs typeface="Calibri" panose="020F0502020204030204" pitchFamily="34" charset="0"/>
              </a:rPr>
              <a:t>Part B – Three Question</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Question 1 – Numerical Problem (4 points)</a:t>
            </a: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Question 2 – short Python commands (6 points)</a:t>
            </a: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br>
              <a:rPr lang="en-IN" sz="3600" dirty="0">
                <a:latin typeface="Avenir Medium" panose="02000503020000020003" pitchFamily="2" charset="0"/>
                <a:cs typeface="Calibri" panose="020F0502020204030204" pitchFamily="34" charset="0"/>
              </a:rPr>
            </a:br>
            <a:r>
              <a:rPr lang="en-IN" sz="3600" dirty="0">
                <a:latin typeface="Avenir Medium" panose="02000503020000020003" pitchFamily="2" charset="0"/>
                <a:cs typeface="Calibri" panose="020F0502020204030204" pitchFamily="34" charset="0"/>
              </a:rPr>
              <a:t>Question 3 – Case study (10 points)</a:t>
            </a:r>
            <a:br>
              <a:rPr lang="en-IN" sz="3600"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9AA0816-F6DD-7060-B910-005C1F394081}"/>
              </a:ext>
            </a:extLst>
          </p:cNvPr>
          <p:cNvSpPr>
            <a:spLocks noGrp="1"/>
          </p:cNvSpPr>
          <p:nvPr>
            <p:ph type="sldNum" sz="quarter" idx="19"/>
          </p:nvPr>
        </p:nvSpPr>
        <p:spPr>
          <a:xfrm>
            <a:off x="199082" y="8497455"/>
            <a:ext cx="529132" cy="486834"/>
          </a:xfrm>
        </p:spPr>
        <p:txBody>
          <a:bodyPr/>
          <a:lstStyle/>
          <a:p>
            <a:fld id="{DEF3F5F5-7776-394F-A41F-3BAFC9CC9F8E}" type="slidenum">
              <a:rPr lang="en-US" smtClean="0"/>
              <a:pPr/>
              <a:t>11</a:t>
            </a:fld>
            <a:endParaRPr lang="en-US" dirty="0"/>
          </a:p>
        </p:txBody>
      </p:sp>
    </p:spTree>
    <p:extLst>
      <p:ext uri="{BB962C8B-B14F-4D97-AF65-F5344CB8AC3E}">
        <p14:creationId xmlns:p14="http://schemas.microsoft.com/office/powerpoint/2010/main" val="1619478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3A44-C6D5-E9FD-9164-1F7369D7CD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F37435C-B1CF-95FD-253F-BADFE29DD88D}"/>
              </a:ext>
            </a:extLst>
          </p:cNvPr>
          <p:cNvSpPr>
            <a:spLocks noGrp="1"/>
          </p:cNvSpPr>
          <p:nvPr>
            <p:ph type="title"/>
          </p:nvPr>
        </p:nvSpPr>
        <p:spPr>
          <a:xfrm>
            <a:off x="1087370" y="904509"/>
            <a:ext cx="13529382" cy="6820124"/>
          </a:xfrm>
        </p:spPr>
        <p:txBody>
          <a:bodyPr/>
          <a:lstStyle/>
          <a:p>
            <a:r>
              <a:rPr lang="en-IN" dirty="0">
                <a:latin typeface="Avenir Medium" panose="02000503020000020003" pitchFamily="2" charset="0"/>
                <a:cs typeface="Calibri" panose="020F0502020204030204" pitchFamily="34" charset="0"/>
              </a:rPr>
              <a:t>Case Study – 10 marks</a:t>
            </a: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r>
              <a:rPr lang="en-IN" sz="3600" b="0" dirty="0">
                <a:solidFill>
                  <a:schemeClr val="tx1">
                    <a:lumMod val="75000"/>
                  </a:schemeClr>
                </a:solidFill>
                <a:latin typeface="Avenir Medium" panose="02000503020000020003" pitchFamily="2" charset="0"/>
                <a:cs typeface="Calibri" panose="020F0502020204030204" pitchFamily="34" charset="0"/>
              </a:rPr>
              <a:t>Consider the Case study as small Project. </a:t>
            </a:r>
            <a:br>
              <a:rPr lang="en-IN" sz="3600" b="0" dirty="0">
                <a:solidFill>
                  <a:schemeClr val="tx1">
                    <a:lumMod val="75000"/>
                  </a:schemeClr>
                </a:solidFill>
                <a:latin typeface="Avenir Medium" panose="02000503020000020003" pitchFamily="2" charset="0"/>
                <a:cs typeface="Calibri" panose="020F0502020204030204" pitchFamily="34" charset="0"/>
              </a:rPr>
            </a:br>
            <a:br>
              <a:rPr lang="en-IN" sz="3600" b="0" dirty="0">
                <a:solidFill>
                  <a:schemeClr val="tx1">
                    <a:lumMod val="75000"/>
                  </a:schemeClr>
                </a:solidFill>
                <a:latin typeface="Avenir Medium" panose="02000503020000020003" pitchFamily="2" charset="0"/>
                <a:cs typeface="Calibri" panose="020F0502020204030204" pitchFamily="34" charset="0"/>
              </a:rPr>
            </a:br>
            <a:br>
              <a:rPr lang="en-IN" sz="3600" b="0" dirty="0">
                <a:solidFill>
                  <a:schemeClr val="tx1">
                    <a:lumMod val="75000"/>
                  </a:schemeClr>
                </a:solidFill>
                <a:latin typeface="Avenir Medium" panose="02000503020000020003" pitchFamily="2" charset="0"/>
                <a:cs typeface="Calibri" panose="020F0502020204030204" pitchFamily="34" charset="0"/>
              </a:rPr>
            </a:br>
            <a:r>
              <a:rPr lang="en-IN" sz="3600" b="0" dirty="0">
                <a:solidFill>
                  <a:schemeClr val="tx1">
                    <a:lumMod val="75000"/>
                  </a:schemeClr>
                </a:solidFill>
                <a:latin typeface="Avenir Medium" panose="02000503020000020003" pitchFamily="2" charset="0"/>
                <a:cs typeface="Calibri" panose="020F0502020204030204" pitchFamily="34" charset="0"/>
              </a:rPr>
              <a:t>Explain each and every step we discussed in the class regarding the question asked (e.g., Data Exploration, Business Understanding, Data Cleaning)</a:t>
            </a:r>
            <a:br>
              <a:rPr lang="en-IN" sz="3600" b="0" dirty="0">
                <a:solidFill>
                  <a:schemeClr val="tx1">
                    <a:lumMod val="75000"/>
                  </a:schemeClr>
                </a:solidFill>
                <a:latin typeface="Avenir Medium" panose="02000503020000020003" pitchFamily="2" charset="0"/>
                <a:cs typeface="Calibri" panose="020F0502020204030204" pitchFamily="34" charset="0"/>
              </a:rPr>
            </a:br>
            <a:br>
              <a:rPr lang="en-IN" sz="3600" b="0" dirty="0">
                <a:solidFill>
                  <a:schemeClr val="tx1">
                    <a:lumMod val="75000"/>
                  </a:schemeClr>
                </a:solidFill>
                <a:latin typeface="Avenir Medium" panose="02000503020000020003" pitchFamily="2" charset="0"/>
                <a:cs typeface="Calibri" panose="020F0502020204030204" pitchFamily="34" charset="0"/>
              </a:rPr>
            </a:br>
            <a:br>
              <a:rPr lang="en-IN" sz="3600" b="0" dirty="0">
                <a:solidFill>
                  <a:schemeClr val="tx1">
                    <a:lumMod val="75000"/>
                  </a:schemeClr>
                </a:solidFill>
                <a:latin typeface="Avenir Medium" panose="02000503020000020003" pitchFamily="2" charset="0"/>
                <a:cs typeface="Calibri" panose="020F0502020204030204" pitchFamily="34" charset="0"/>
              </a:rPr>
            </a:br>
            <a:r>
              <a:rPr lang="en-IN" sz="3600" b="0" dirty="0">
                <a:solidFill>
                  <a:schemeClr val="tx1">
                    <a:lumMod val="75000"/>
                  </a:schemeClr>
                </a:solidFill>
                <a:latin typeface="Avenir Medium" panose="02000503020000020003" pitchFamily="2" charset="0"/>
                <a:cs typeface="Calibri" panose="020F0502020204030204" pitchFamily="34" charset="0"/>
              </a:rPr>
              <a:t>Use the python code or the function and relevant libraries to achieve the task.</a:t>
            </a:r>
            <a:br>
              <a:rPr lang="en-IN" sz="3600" b="0" dirty="0">
                <a:solidFill>
                  <a:schemeClr val="tx1">
                    <a:lumMod val="75000"/>
                  </a:schemeClr>
                </a:solidFill>
                <a:latin typeface="Avenir Medium" panose="02000503020000020003" pitchFamily="2" charset="0"/>
                <a:cs typeface="Calibri" panose="020F0502020204030204" pitchFamily="34" charset="0"/>
              </a:rPr>
            </a:br>
            <a:br>
              <a:rPr lang="en-IN" dirty="0">
                <a:latin typeface="Avenir Medium" panose="02000503020000020003" pitchFamily="2" charset="0"/>
                <a:cs typeface="Calibri" panose="020F0502020204030204" pitchFamily="34" charset="0"/>
              </a:rPr>
            </a:br>
            <a:endParaRPr lang="en-US" dirty="0">
              <a:latin typeface="Avenir Medium" panose="02000503020000020003" pitchFamily="2" charset="0"/>
              <a:cs typeface="Calibri" panose="020F0502020204030204" pitchFamily="34" charset="0"/>
            </a:endParaRPr>
          </a:p>
        </p:txBody>
      </p:sp>
      <p:sp>
        <p:nvSpPr>
          <p:cNvPr id="5" name="Slide Number Placeholder 4">
            <a:extLst>
              <a:ext uri="{FF2B5EF4-FFF2-40B4-BE49-F238E27FC236}">
                <a16:creationId xmlns:a16="http://schemas.microsoft.com/office/drawing/2014/main" id="{DE6E2C7A-9B12-656F-854E-343386435F88}"/>
              </a:ext>
            </a:extLst>
          </p:cNvPr>
          <p:cNvSpPr>
            <a:spLocks noGrp="1"/>
          </p:cNvSpPr>
          <p:nvPr>
            <p:ph type="sldNum" sz="quarter" idx="19"/>
          </p:nvPr>
        </p:nvSpPr>
        <p:spPr>
          <a:xfrm>
            <a:off x="199082" y="8497455"/>
            <a:ext cx="529132" cy="486834"/>
          </a:xfrm>
        </p:spPr>
        <p:txBody>
          <a:bodyPr/>
          <a:lstStyle/>
          <a:p>
            <a:fld id="{DEF3F5F5-7776-394F-A41F-3BAFC9CC9F8E}" type="slidenum">
              <a:rPr lang="en-US" smtClean="0"/>
              <a:pPr/>
              <a:t>12</a:t>
            </a:fld>
            <a:endParaRPr lang="en-US" dirty="0"/>
          </a:p>
        </p:txBody>
      </p:sp>
    </p:spTree>
    <p:extLst>
      <p:ext uri="{BB962C8B-B14F-4D97-AF65-F5344CB8AC3E}">
        <p14:creationId xmlns:p14="http://schemas.microsoft.com/office/powerpoint/2010/main" val="928250353"/>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7DB8CAB36A2D8409F6572231052C12A" ma:contentTypeVersion="4" ma:contentTypeDescription="Create a new document." ma:contentTypeScope="" ma:versionID="6f5e82948aaa69405a81ecfceca438aa">
  <xsd:schema xmlns:xsd="http://www.w3.org/2001/XMLSchema" xmlns:xs="http://www.w3.org/2001/XMLSchema" xmlns:p="http://schemas.microsoft.com/office/2006/metadata/properties" xmlns:ns2="07e9b253-4bb1-419b-a3a2-8b781af139fd" targetNamespace="http://schemas.microsoft.com/office/2006/metadata/properties" ma:root="true" ma:fieldsID="a3d46d9f31ffb322e81118aa3346a3e1" ns2:_="">
    <xsd:import namespace="07e9b253-4bb1-419b-a3a2-8b781af139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e9b253-4bb1-419b-a3a2-8b781af139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B34376-2448-4E13-9E2A-6F387AD9B764}">
  <ds:schemaRefs>
    <ds:schemaRef ds:uri="http://schemas.microsoft.com/sharepoint/v3/contenttype/forms"/>
  </ds:schemaRefs>
</ds:datastoreItem>
</file>

<file path=customXml/itemProps2.xml><?xml version="1.0" encoding="utf-8"?>
<ds:datastoreItem xmlns:ds="http://schemas.openxmlformats.org/officeDocument/2006/customXml" ds:itemID="{3EAC6D55-7065-409A-BB9D-6A4BA3D000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e9b253-4bb1-419b-a3a2-8b781af139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6D782F-1CFA-4202-B09D-C5F43F5A516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21779</TotalTime>
  <Words>643</Words>
  <Application>Microsoft Office PowerPoint</Application>
  <PresentationFormat>Custom</PresentationFormat>
  <Paragraphs>117</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Book</vt:lpstr>
      <vt:lpstr>Avenir Medium</vt:lpstr>
      <vt:lpstr>Avenir Roman</vt:lpstr>
      <vt:lpstr>Calibri</vt:lpstr>
      <vt:lpstr>Söhne</vt:lpstr>
      <vt:lpstr>Wingdings</vt:lpstr>
      <vt:lpstr>Office Theme</vt:lpstr>
      <vt:lpstr>Week 6</vt:lpstr>
      <vt:lpstr>Main Topics Covered so far:   Business Understanding   Data Understanding   Data Cleaning  </vt:lpstr>
      <vt:lpstr>Business Understanding</vt:lpstr>
      <vt:lpstr>Data Understanding / Exploration</vt:lpstr>
      <vt:lpstr>PowerPoint Presentation</vt:lpstr>
      <vt:lpstr>Data Understanding / Exploration</vt:lpstr>
      <vt:lpstr>Data Preparation</vt:lpstr>
      <vt:lpstr>Part 1 MCQs - Example  </vt:lpstr>
      <vt:lpstr>Part 1 MCQs – Example (Multiselect)  </vt:lpstr>
      <vt:lpstr>Part 1 MCQs - Example  </vt:lpstr>
      <vt:lpstr>Part B – Three Question   Question 1 – Numerical Problem (4 points)    Question 2 – short Python commands (6 points)    Question 3 – Case study (10 points)  </vt:lpstr>
      <vt:lpstr>Case Study – 10 marks   Consider the Case study as small Project.    Explain each and every step we discussed in the class regarding the question asked (e.g., Data Exploration, Business Understanding, Data Cleaning)   Use the python code or the function and relevant libraries to achieve the task.  </vt:lpstr>
    </vt:vector>
  </TitlesOfParts>
  <Company>Salt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Daniela Chavez Ackermann</dc:creator>
  <cp:lastModifiedBy>umer Altaf</cp:lastModifiedBy>
  <cp:revision>811</cp:revision>
  <dcterms:created xsi:type="dcterms:W3CDTF">2016-12-21T16:02:28Z</dcterms:created>
  <dcterms:modified xsi:type="dcterms:W3CDTF">2025-10-08T13:46:01Z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0x01010057DB8CAB36A2D8409F6572231052C12A</vt:lpwstr>
  </property>
</Properties>
</file>